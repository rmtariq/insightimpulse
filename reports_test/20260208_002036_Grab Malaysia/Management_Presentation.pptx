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Grab Malaysia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100</a:t>
            </a:r>
          </a:p>
          <a:p>
            <a:pPr/>
            <a:r>
              <a:t>Analysis Type: Brand Monitoring</a:t>
            </a:r>
          </a:p>
          <a:p>
            <a:pPr/>
            <a:r>
              <a:t>Positive Sentiment: 45.0%</a:t>
            </a:r>
          </a:p>
          <a:p>
            <a:pPr/>
            <a:r>
              <a:t>Neutral Sentiment: 18.0%</a:t>
            </a:r>
          </a:p>
          <a:p>
            <a:pPr/>
            <a:r>
              <a:t>Negative Sentiment: 37.0%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45.0% (45 posts)</a:t>
            </a:r>
          </a:p>
          <a:p>
            <a:pPr lvl="1"/>
            <a:r>
              <a:t>Neutral: 18.0% (18 posts)</a:t>
            </a:r>
          </a:p>
          <a:p>
            <a:pPr lvl="1"/>
            <a:r>
              <a:t>Negative: 37.0% (37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22 posts (Avg Sentiment: 0.05)</a:t>
            </a:r>
          </a:p>
          <a:p>
            <a:pPr lvl="1"/>
            <a:r>
              <a:t>Tiktok: 22 posts (Avg Sentiment: 0.20)</a:t>
            </a:r>
          </a:p>
          <a:p>
            <a:pPr lvl="1"/>
            <a:r>
              <a:t>Twitter: 20 posts (Avg Sentiment: -0.07)</a:t>
            </a:r>
          </a:p>
          <a:p>
            <a:pPr lvl="1"/>
            <a:r>
              <a:t>Instagram: 19 posts (Avg Sentiment: -0.04)</a:t>
            </a:r>
          </a:p>
          <a:p>
            <a:pPr lvl="1"/>
            <a:r>
              <a:t>Facebook: 17 posts (Avg Sentiment: 0.21)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positive sentiment on Instagram and TikTok</a:t>
            </a:r>
          </a:p>
          <a:p>
            <a:pPr/>
            <a:r>
              <a:t>Pricing concerns mentioned frequently on Twitter</a:t>
            </a:r>
          </a:p>
          <a:p>
            <a:pPr/>
            <a:r>
              <a:t>Service quality praised on Facebook</a:t>
            </a:r>
          </a:p>
          <a:p>
            <a:pPr/>
            <a:r>
              <a:t>Driver behavior is a recurring topic</a:t>
            </a:r>
          </a:p>
          <a:p>
            <a:pPr/>
            <a:r>
              <a:t>Competition with other ride-hailing services discussed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