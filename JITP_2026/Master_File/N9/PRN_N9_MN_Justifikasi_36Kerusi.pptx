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Perbincangan Muafakat PAS + BN/UMNO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7F5A"/>
                </a:solidFill>
              </a:defRPr>
            </a:pPr>
            <a:r>
              <a:t>PRN Negeri Sembilan 2026 — Justifikasi 36 Kerusi DUN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PAS 13 kerusi · UMNO/BN 23 kerusi · Majoriti 19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InsightPulse Analytics Platform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2026-06-25 18:10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 Perbincangan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Konteks PRN N9 2026 · Peluang Majoriti 7-bloc · Panduan senario terbaik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Ringkasan MATRIX 36×7 (N01–N36) — semua kerusi satu pandangan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Agihan MN: PAS/PN 13 · UMNO/BN 23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Detail 36 kerusi × 2 slide: justifikasi hybrid + 7 senario penuh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Kerusi ⚠ perbincangan · nota penafian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Konteks PRN Negeri Sembilan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36 kerusi DUN · Majoriti untuk bentuk kerajaan: 19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Penamaan calon: 18 Julai 2026 · Undi awal: 28 Julai · Mengundi: 1 Ogos 2026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Cadangan muafakat: PAS contest 13 · UMNO/BN contest 23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Objektif: elak pecah undi, maksimumkan peluang 1-vs-1 vs PH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Bahan ini untuk perbincangan dalaman PAS–UMNO — bukan kenyataan awam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Landskap PRN 2023 — Penyandang Semasa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PH (DAP/PKR/Amanah): 17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BN (UMNO/MCA/MIC): 14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PN (PAS/Bersatu): 5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Muafakat PAS+BN sasarkan flip kerusi PH + pertahan kerusi PN/BN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Agihan MN 13+23 mengambil kira profil demografi &amp; asal milik kerusi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Agihan MN — Ringkasan (PAS/PN 13 · UMNO/BN 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PAS/PN 13 kerusi (9 wajib + 4 berhasrat): PN 5 · BN 0 · PH 8 (asal milik)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UMNO/BN 23 kerusi: PH 9 · BN 14 · PN 0 (asal milik)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Purata ramalan kemenangan PAS (13 kerusi PAS/PN): 55.0%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Purata ramalan kemenangan UMNO (23 kerusi UMNO/BN): 53.1%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Ramalan = perbandingan PAS vs UMNO dalam senario muafakat 1-vs-1 vs 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Model — Structured + Unstructured + ML/DL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HYBRID MODEL — gabungan data berstruktur + tidak berstruktur + ML/DL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Structured: SPR/DPI 36 DUN · DOSM MyCensus · ranking · PRN 2023 · cadangan MN · BNM OPR 2.75% · USD/MYR RM4.0695 · 29 API rasmi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Unstructured: 84,071 socmed rows · 36,466 posts · 47,605 komen · 124 artikel media (BM/EN/CN/Tamil) · 1,818 post N9-scoped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ML Pipeline: Apify crawl 6 platform (facebook, instagram, news, tiktok, x, youtube) → HuggingFace ft-Malay-bert sentiment + emotion + demographic proxy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Fusion per-DUN: socmed_by_dun + DPI demo_mix nudge · 7-bloc coalition (MN default) · DPI Melayu 59.4% vs socmed 78.2% (+18.8pp)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Output: Skor analitik per kerusi → ramalan PAS/PN 13 / UMNO/BN 23 · P(MN majoriti) ~68%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Jumlah titik data: 168,266+ · engagement 169.5M · bukan polling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Demografi Hybrid — DPI vs Naratif Socmed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 DPI 59.4% vs socmed 78.2% (+18.8pp) · bandar/campuran 17.8%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 DPI 59.4% vs socmed 78.2% (+18.8pp)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Nudge diterapkan pada bar Peluang Majoriti (#1 PAS · #3 MN · #4/#7 PN · #5 PH)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Naratif Melayu +18.8pp vs DPI (+3%)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Skew Melayu → MN (+3%)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Skew Melayu → PN (+2%)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Production bundle: 2026-06-25 17:55:22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Peluang Majoriti Kerajaan N9 — 7 Senario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P(capai ≥19/36 kerusi) · bukan % undi · 7-bloc SPR+model · Bersama −3% PH · #4 PN tanpa Bersatu · #7 PN + Bersatu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855F7"/>
                </a:solidFill>
              </a:defRPr>
            </a:pPr>
            <a:r>
              <a:t>#3 MN ★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298448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~20/36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3502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335024"/>
            <a:ext cx="1882749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298448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#1 PAS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~20/36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86537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65376"/>
            <a:ext cx="1752904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828800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22C55E"/>
                </a:solidFill>
              </a:defRPr>
            </a:pPr>
            <a:r>
              <a:t>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59152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#7 PN (+ Bersatu)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59152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~19/36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9572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2395728"/>
            <a:ext cx="1623060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359152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59669"/>
                </a:solidFill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89503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#4 PN (tanpa Bersatu)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889503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~18.2/36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926079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2926079"/>
            <a:ext cx="1395831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2889503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0B981"/>
                </a:solidFill>
              </a:defRPr>
            </a:pPr>
            <a:r>
              <a:t>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19856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#5 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419856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~16/36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456432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456432"/>
            <a:ext cx="8764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3419856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3B82F6"/>
                </a:solidFill>
              </a:defRPr>
            </a:pPr>
            <a:r>
              <a:t>27%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50208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#2 UMNO Solo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950208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~16/36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398678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986784"/>
            <a:ext cx="779068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3950208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24%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480559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Risiko tiada majoriti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480559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tiada bloc ≥19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451713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26280" y="4517136"/>
            <a:ext cx="454456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4480559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F59E0B"/>
                </a:solidFill>
              </a:defRPr>
            </a:pPr>
            <a:r>
              <a:t>14%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010912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#6 Bersama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010912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+0 flip MN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6280" y="504748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26280" y="504748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5552" y="5010912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F59E0B"/>
                </a:solidFill>
              </a:defRPr>
            </a:pPr>
            <a:r>
              <a:t>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989320"/>
            <a:ext cx="8321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★ #3 MN = senario HQ (elak pecah undi Melayu). Bar = P(capai 19 kerusi), bukan % popular vote.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Panduan Keputusan — Senario Terbaik?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1️⃣ MUAFakat MN (#3) ★ — P(majoriti) 58% · ~20/36 — DISYORKAN HQ: elak 3 penjuru, gabung undi PN+BN vs PH.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2️⃣ PAS Solo (#1) — 54% · hanya jika MN gagal dirunding; risiko pecah undi vs UMNO.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3️⃣ PN tanpa Bersatu (#4) — 43% · roster Team PN 2026 (PAS+Pejuang+Wawasan+Gerakan).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4️⃣ PN + Bersatu (#7) — 50% · bloc SPR penuh; lebih kuat di N20/N34 (jentera Bersatu).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5️⃣ Risiko hung parliament — 14% · rundingan pasca-undi jika tiada bloc ≥19.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RULE OF THUMB: Per kerusi — jika MN% &gt; PAS solo% → contest muafakat; jika PH kuat (DAP) → UMNO/BN contest.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Setiap slide DUN seterusnya papar 7 bar senario kerusi (model + SPR ✓) selari dashboard war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Skala Data &amp; Pipeline Analitik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168,266+ titik data digabungkan merentas 5 kategori sumber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Engagement: 169.5M · Socmed posts: 84,071 · Komen: 47,605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Media: 124 artikel crawled · 60 artikel ML Tier A · neg 40.0%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Pipeline: Crawl → ML Sentiment (HF) → Media NLP → DPI 36 DUN → Skor Analitik → Ramalan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Ekonomi: BNM OpenAPI · OpenDOSM · MIDA · Bursa — 29 endpoint registry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DPI: Disember 2025 (SPR DPI) · Ranking: 10 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Senarai Data Digunakan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3088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Sumber / 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Skala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Kegunaan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Updates_Demografi pengundi N9 DPI Dec 2025.xlsx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Umur · jantina · bangsa · pengundi berdaftar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Updates_Data DUN ikut ranking.xlsx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Profil pengundi · demografi · ranking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Updates_Cadangan kerusi - perbincangan MN.xlsx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calon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Cadangan MN 10 Jun 2026 · swap kerusi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n9_dpi_updates.json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Merged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Reference JSON gabungan DPI + ranking + MN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n9_seats_analytics.json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kerusi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Isu utama · kategori PAS · ramalan per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dosm_census_johor_n9.json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92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MyCensus 2020 — populasi · bandar/rural proxy per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PAS_Break_Master_EXCO_Analyzed_20260625_000948.csv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84,071 rows · 169.5M engagement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Crawl 6 platform · sentiment · emotion · demographic label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socmed_by_dun_N9.json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 · 1818 post N9-scoped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Fusion per-DUN · demo_mix vs DPI · lean · isu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warroom_dun_N9_production.json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kerusi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pasWinProb · pasMnWinProb · hybrid demo insight · SPR 2023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Apify Actors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36,466 posts · 47,605 komen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Platform: facebook, instagram, news, tiktok, x, youtube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HuggingFace ML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ft-Malay-bert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Sentimen BM · emotion classifier · demographic proxy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data/projects/political/PRN/PRN_N9/crawls/news/PRN_N…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124 artikel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BM · EN · Cina · Tamil · Ekonomi · Google News + direct scrape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data/projects/political/PRN/PRN_N9/crawls/news_analy…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60 artikel ML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Sentimen 40.0% neg · mode ml_models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Sumber media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Tier 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 Mail · BH · Sin Chew · Oriental Daily · Harakah · FMT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Senarai Data Digunakan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5265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Sumber / 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Skala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Kegunaan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BNM OpenAPI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OPR 2.75%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Kadar OPR · USD/MYR RM4.0695 · base rate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OpenDOSM / data.gov.my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CPI · GDP · MEI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Kos sara hidup negeri · indikator ekonomi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MIDA / Bursa 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29 endpoints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Pelaburan NS · KLCI · Malaysia Open Data catalog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EconomicOutlook_api_endpoints_master.numbers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API map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Peta endpoint ekonomi rasmi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01_api_endpoints_master (1).csv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02_priority_status.csv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03_url_reference.csv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malaysia_opendata_api_reference (1).xlsx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PRN2023_NegeriSembilan_v2.xlsx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Penyandang · majoriti · parti · kategori margin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n9_scoresheet_streams_2023.json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Bloc votes PN/BN/PH · 7-bloc senario war room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Keputusan rasmi SPR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Baseline keputusan &amp; majoriti penyandang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 Room Production Bundle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n9_production_bundle.json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2026-06-25 17:55:22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Hybrid fusion · coalition · KPI master crawl</a:t>
                      </a:r>
                    </a:p>
                  </a:txBody>
                  <a:tcPr marL="38100" marR="38100"/>
                </a:tc>
              </a:tr>
              <a:tr h="325267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 Room Production Bundle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PAS_Break_Master_EXCO_Analyzed_20260625_000948.csv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84,071 post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Sumber crawl terkini · dedupe Platform+ID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PAS/PN 13 Kerusi — Senarai Penuh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5265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Chennah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51.84%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Klawang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Amanah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67.85%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Serting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Nilai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48.83%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Sikamat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73.23%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Ampangan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76.46%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Pilah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66.66%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Labu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Bersatu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79.21%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Paroi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Bagan Pinang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79.01%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Sri Tanjung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42.46%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Gemas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Bersatu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85.0%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Repah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41.79%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UMNO/BN 23 Kerusi — Senarai Penuh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7777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Pertang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71.44%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Sungai Lui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84.83%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Palong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92.96%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Jeram Padang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57.55%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Bahau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31.63%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Lenggeng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79.57%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Lobak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6.72%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Temiang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42.18%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Juasseh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82.74%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Seri Menanti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95.69%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Senaling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81.87%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80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Johol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78.57%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UMNO/BN 23 Kerusi — Senarai Penuh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3070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Bukit Kepayang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29.76%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Rahang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33.03%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Mambau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15.11%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Seremban Jaya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26.69%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Chembong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83.8%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Rantau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57.99%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Kota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88.59%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Chuah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25.3%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Lukut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26.03%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Linggi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65.18%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Gemencheh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63.38%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 — Matrix 36×7 Senario (Cara Baca)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Setiap sel = % model kerusi · ✓ = menang undi SPR 2023 · ○ = kalah SPR · ▸ = lead model terkuat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#1 PAS Solo · #2 UMNO Solo · #3 MN · #4 PN tanpa Bersatu · #7 PN + Bersatu · #5 PH · #6 Bersama (split 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★Lead = senario model tertinggi untuk kerusi itu — banding dengan agihan MN (PAS/UMNO)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Matrix merangkumi 36 DUN — 2 slide (N01–N18 · N19–N36). Detail penuh: 2 slide/kerusi selepas jadual agihan.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36 Kerusi × 7 Senario (N01 – N18)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9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Agih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★Lead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Chennah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53.4○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61.4○▸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Pertang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13.1○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Sungai Lui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69.6✓▸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Klawang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Serting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72.6✓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82.6✓▸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80.6✓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82.6✓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17.8○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Palong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68.1✓▸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Jeram Padan…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52.8○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60.8✓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14.8○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Bahau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68.7✓▸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Lenggeng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58.5○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68.5✓▸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12.1○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Nilai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62.400000000000006○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70.1✓▸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Lobak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54.3○▸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Temiang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55.3○▸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39.2✓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Sikamat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69.4○▸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Ampangan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71.8✓▸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Juasseh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Seri Menant…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Senaling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64.8✓▸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44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Pilah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69.9○▸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36 Kerusi × 7 Senario (N19 – N36)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9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Agih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★Lead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Johol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67.7✓▸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12.2○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Labu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20.7○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71.3✓▸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Bukit Kepay…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55.6○▸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Rahang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54.4○▸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39.6✓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Mambau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54.3○▸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Seremban…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Paroi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90✓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Chembong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11.5○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Rantau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53.9✓▸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32.1○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Kota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55.5○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65.5✓▸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Chuah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54.4○▸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Lukut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55.2○▸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Bagan Pinan…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10.3○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90✓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19.2○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Linggi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54.2✓▸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32.6○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Sri Tanjung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68.2○▸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68.2○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Gemas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21.7○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70.3✓▸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Gemencheh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66.4✓▸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14.1○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44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Repah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52.9○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47.1○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66.9○▸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66.9○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Justifikasi Terperinci — PAS/PN 13 Kerusi (2 slide/kerusi)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1: justifikasi hybrid · demografi · skor analitik · panel 7 senario ringkas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2: 7 senario PENUH — bar besar · ✓ SPR · ▸ LEAD model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9 wajib + 4 berhasrat — 26 slide seterusnya (13 ×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N01 Chennah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50.4/100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Anthony Loke Siew Fook · maj 2,200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51.84%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45.96%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52.1% vs UMNO 45.0% (+7.1%)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~45.0%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Cina 46%: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Cina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9865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5874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263243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2220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59.4%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263243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61.4%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14185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55.5%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61.4% &gt; PAS solo 53.4% (+8.0pp) · Lead: PAS solo vs UMNO (+6.8pp)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Chennah — kos hidup, parking, banjir  ·  Socmed: 1 mention · 128 eng · neg 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(35.0/100) · Isu: Kos hidup bandar · Banjir/parking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Melayu 51.84%; muafakat PAS+BN pecah blok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14,427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51.84% · Cina 45.96% · India 2.2%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Anthony Loke Siew Fook · majoriti 2,200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 mention · 128 engagement · neg 0.0% · Naratif socmed lebih Melayu (+48pp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128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50.4/100 · Model: Perbincangan · Peruntukan: PAS · Demografi: PH/Bandar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N01 Chennah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Anthony Loke Siew Fook · majoriti 2,200 · Melayu 51.84%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78325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42882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46.6%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20021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09597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59.4%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20021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61.4%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89270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55.5%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61.4% &gt; PAS solo 53.4% (+8.0pp) · Lead: PAS solo vs UMNO (+6.8pp)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N04 Klawang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68.0/100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Amanah — Bakri Sawir · maj 577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67.85%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28.64%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3.49%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60.6% vs UMNO 45.4% (+15.2%)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68%: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Profil pengundi &amp; sentiment lapangan: data DPI + media sosial menyokong mobilisasi padat di kawasan ini.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7477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82624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6281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42166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6281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0513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51.1%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71.1% &gt; PAS solo 57.1% (+14.0pp) · Lead: PAS solo vs UMNO (+14.2pp)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LBN/Jelebu · Kos sara hidup / ekonomi mikro  ·  Socmed: 5 mention · 757 eng · neg 40.0%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sangat sempit (577) — kerusi flip dengan gerak kerja padat.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(Amanah) — muafakat PAS+BN pecah blok PH; 1-vs-1 realistik.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(Amanah) — Melayu 67.85%; muafakat PAS+BN pecah blok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13,329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67.85% · Cina 28.64% · India 3.49%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Amanah — Bakri Sawir · majoriti 577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5 mention · 757 engagement · neg 40.0% · Naratif socmed lebih Melayu (+32pp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5 mention · 757 eng · neg 40.0%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(+32pp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68.0/100 · Model: PAS · Peruntukan: PAS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N04 Klawang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Amanah — Bakri Sawir · majoriti 577 · Melayu 67.85%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97609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57.1%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23598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42.9%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70578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71.1%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60154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69.1%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70578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71.1%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66337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51.1%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71.1% &gt; PAS solo 57.1% (+14.0pp) · Lead: PAS solo vs UMNO (+14.2pp)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N05 Serting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82.3/100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Mohd Fairuz Mohd Isa · maj 843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7.93%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62.7% vs UMNO 46.8% (+15.9%)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80%: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Profil pengundi &amp; sentiment lapangan: data DPI + media sosial menyokong mobilisasi padat di kawasan ini.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49367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9751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699412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82.6%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65826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80.6%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69941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82.6%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6621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17.8%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82.6% &gt; PAS solo 72.6% (+10.0pp) · Lead: PAS solo vs UMNO (+63.0pp)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FELDA Serting — harga getah/komoditi, klinik  ·  Socmed: 9 mention · 846 eng · neg 22.2%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FELDA/getah · Akses klinik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30,593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79.5% · Cina 12.57% · India 7.93%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Mohd Fairuz Mohd Isa · majoriti 843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9 mention · 846 engagement · neg 22.2% · Naratif socmed lebih Melayu (+20pp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9 mention · 846 eng · neg 22.2%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(+20pp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82.3/100 · Model: PAS · Peruntukan: PAS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N05 Serting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Mohd Fairuz Mohd Isa · majoriti 843 · Melayu 79.5%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✓ SPR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78397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72.6%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50035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430517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82.6%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420093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80.6%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430517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82.6%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92775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17.8%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82.6% &gt; PAS solo 72.6% (+10.0pp) · Lead: PAS solo vs UMNO (+63.0pp)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N10 Nilai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36.5/100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Arul Kumar Jambunathan · maj 10,889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48.83%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31.55%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19.61%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47.0% vs UMNO 40.7% (+6.3%)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Rendah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Nilai: zon kilang &amp; pekerja Melayu — muafakat 1-vs-1 vs PKR; model analitik ~47.0% vs UMNO solo ~40.7%.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~40.7% sahaja.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Cina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3692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020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2496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64.4%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283817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62.400000000000006%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2496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64.4%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 ✓ 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44223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70.1%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64.4% &gt; PAS solo 50.4% (+14.0pp) · Lead: PAS solo vs UMNO (+0.8pp)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Nilai — industrial/manufacturing, pekerja kilang halal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45,487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48.83% · Cina 31.55% · India 19.61%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Arul Kumar Jambunathan · majoriti 10,889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(+51pp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36.5/100 · Model: UMNO/BN · Peruntukan: PAS · Demografi: Mixed/Swing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N10 Nilai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Arul Kumar Jambunathan · majoriti 10,889 · Melayu 48.83%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62688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58519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356579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64.4%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25233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62.400000000000006%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356579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✓ SPR  ▸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36536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70.1%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64.4% &gt; PAS solo 50.4% (+14.0pp)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N13 Sikamat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64.4/100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Aminuddin Harun · maj 2,662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73.23%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19.99%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55.2% vs UMNO 43.4% (+11.8%)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73%: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~43.4% sahaja.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3979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176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2783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86687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2783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12539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54.7%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69.4% &gt; PAS solo 55.4% (+14.0pp) · Lead: PAS solo vs UMNO (+10.8pp)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Sikamat — industrial ring Seremban  ·  Socmed: 11 mention · 15,533 eng · neg 27.3%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Melayu 73.23%; muafakat PAS+BN pecah blok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33,885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73.23% · Cina 19.99% · India 6.73%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Aminuddin Harun · majoriti 2,662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11 mention · 15,533 engagement · neg 27.3% · Naratif socmed lebih Melayu (+27pp vs DPI) — suara rural/ground…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15,533 eng · neg 27.3%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(+27pp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64.4/100 · Model: PAS · Peruntukan: PAS · Demografi: PAS/BN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N13 Sikamat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Aminuddin Harun · majoriti 2,662 · Melayu 73.23%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88749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2458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44.6%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61718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51294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61718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85100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54.7%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69.4% &gt; PAS solo 55.4% (+14.0pp) · Lead: PAS solo vs UMNO (+10.8pp)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N14 Ampangan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68.6/100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Tengku Zamrah Tengku Sulaiman · maj 329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76.46%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16.74%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58.1% vs UMNO 44.9% (+13.2%)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76%: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~44.9% sahaja.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89177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6822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77213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43606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77213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02458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49.8%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71.8% &gt; PAS solo 57.8% (+14.0pp) · Lead: PAS solo vs UMNO (+15.6pp) · SPR 2023 menang: MN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Seremban · Kos sara hidup / ekonomi mikro  ·  Socmed: 7 mention · 763 eng · neg 28.6%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sangat sempit (329) — kerusi flip dengan gerak kerja padat.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Melayu 76.46%; muafakat PAS+BN pecah blok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21,338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76.46% · Cina 16.74% · India 6.75% · Lain 0.06%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Tengku Zamrah Tengku Sulaiman · majoriti 329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7 mention · 763 engagement · neg 28.6% · Naratif socmed lebih Melayu (+9pp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7 mention · 763 eng · neg 28.6%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(+9pp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68.6/100 · Model: PAS · Peruntukan: PAS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N14 Ampangan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Tengku Zamrah Tengku Sulaiman · majoriti 329 · Melayu 76.46%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01258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19949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42.2%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74227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71.8%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63803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74227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71.8%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59561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71.8% &gt; PAS solo 57.8% (+14.0pp) · Lead: PAS solo vs UMNO (+15.6pp) · SPR 2023 menang: MN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N18 Pilah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68.6/100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Noorzunita Begum Mohd Ibrahim · maj 1,079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66.66%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25.52%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7.81%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56.1% vs UMNO 41.9% (+14.2%)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67%: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~41.9% sahaja.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50086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07313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38122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9697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3812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06779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51.9%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69.9% &gt; PAS solo 55.9% (+14.0pp) · Lead: PAS solo vs UMNO (+11.8pp)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Adat/Pilah · Pilah tradisi  ·  Socmed: 11 mention · 155,730 eng · neg 9.1%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Pilah tradisi · PH marginal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Kategori analitik: BOLEH MENANG — majoriti sempit + profil demografi menyokong flip.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Melayu 66.66%; muafakat PAS+BN pecah blok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17,963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66.66% · Cina 25.52% · India 7.81%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Noorzunita Begum Mohd Ibrahim · majoriti 1,079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11 mention · 155,730 engagement · neg 9.1% · Naratif socmed lebih Melayu (+33pp vs DPI) — suara rural/ground…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155,730 eng · neg 9.1%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(+33pp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68.6/100 · Model: PAS · Peruntukan: PAS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N18 Pilah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Noorzunita Begum Mohd Ibrahim · majoriti 1,079 · Melayu 66.66%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91355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29852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64324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53900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67.9%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64324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70506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51.9%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69.9% &gt; PAS solo 55.9% (+14.0pp) · Lead: PAS solo vs UMNO (+11.8pp)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N20 Labu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60.6/100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Mohamad Hanifah Abu Baker · maj 1,640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79.21%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8.56%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52.3% vs UMNO 41.1% (+11.2%)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79%: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Kawasan rural/LBN: isu agama, FELDA, komuniti setempat — medan muafakat lebih kuat.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261186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61.3%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425881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20.7%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66926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42577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66926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7033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71.3% &gt; PAS solo 61.3% (+10.0pp) · Lead: PAS solo vs UMNO (+40.6pp)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Labu — NILAI hi-tech; pekerja kilang  ·  Socmed: 1 mention · 154 eng · neg 100.0%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NILAI manufacturing · Bersatu vs PAS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Kategori SUKAR — perlukan muafakat undi BN/PN; layak dalam 13 PAS/PN jika 1-vs-1 vs PH.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PN (Bersatu) — muafakat satukan calon PAS; elak split PN.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Bersatu — risiko 3 penjuru; MN mesti satukan calon.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32,575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79.21% · Cina 8.56% · India 12.22%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Bersatu — Mohamad Hanifah Abu Baker · majoriti 1,640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 mention · 154 engagement · neg 100.0% · Naratif socmed lebih Melayu (+21pp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154 eng · neg 100.0%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60.6/100 · Model: PAS · Peruntukan: PAS · Demografi: PAS/BN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N20 Labu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Mohamad Hanifah Abu Baker · majoriti 1,640 · Melayu 79.21%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✓ SPR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19500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61.3%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107890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20.7%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71621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71.3%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61197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71621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71.3%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93817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18.0%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71.3% &gt; PAS solo 61.3% (+10.0pp) · Lead: PAS solo vs UMNO (+40.6pp)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N25 Paroi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83.9/100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Kamarol Ridzuan Md Zain · maj 5,539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6.82%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13.27%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61.5% vs UMNO 43.5% (+18.0%)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80%: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PAS PRN 2023: rekod perkhidmatan + mesin undi sedia — kelebihan berbanding calon BN hipotetik.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458696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70.9%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209854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10.2%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892808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92.0%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8516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90.0%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892808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92.0%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88848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92.0% &gt; PAS solo 70.9% (+21.1pp) · Lead: PAS solo vs UMNO (+60.7pp)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Paroi — trafik, perumahan mampu milik  ·  Socmed: 18 mention · 354,461 eng · neg 27.8%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Kos sara hidup bandar · Trafik Seremban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64,582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79.9% · Cina 6.82% · India 13.27%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Kamarol Ridzuan Md Zain · majoriti 5,539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18 mention · 354,461 engagement · neg 27.8% · Naratif socmed lebih Melayu (+14pp vs DPI) — suara rural/ground…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18 mention · 354,461 eng · neg 27.8%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(+14pp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83.9/100 · Model: PAS · Peruntukan: PAS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N25 Paroi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Kamarol Ridzuan Md Zain · majoriti 5,539 · Melayu 79.9%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✓ SPR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69536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70.9%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53163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10.2%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479511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92.0%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469087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479511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92.0%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98508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18.9%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92.0% &gt; PAS solo 70.9% (+21.1pp) · Lead: PAS solo vs UMNO (+60.7pp)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N31 Bagan Pinang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83.7/100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Abdul Fatah Zakaria · maj 3,426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79.01%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8.91%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61.4% vs UMNO 43.4% (+18.0%)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79%: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PAS PRN 2023: rekod perkhidmatan + mesin undi sedia — kelebihan berbanding calon BN hipotetik.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450467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70.5%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21191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10.3%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892808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92.0%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8516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90.0%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892808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92.0%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950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19.2%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92.0% &gt; PAS solo 70.5% (+21.5pp) · Lead: PAS solo vs UMNO (+60.2pp)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Bagan Pinang — pelancongan &amp; nelayan  ·  Socmed: 20 mention · 137,946 eng · neg 15.0%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Pelancongan PD · Nelayan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27,926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79.01% · Cina 12.08% · India 8.91%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Abdul Fatah Zakaria · majoriti 3,426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20 mention · 137,946 engagement · neg 15.0% · Profil naratif socmed selari dengan demografi pengundi (DPI)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20 mention · 137,946 eng · neg 15.0%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83.7/100 · Model: PAS · Peruntukan: PAS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N31 Bagan Pinang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Abdul Fatah Zakaria · majoriti 3,426 · Melayu 79.01%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✓ SPR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67451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70.5%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53684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10.3%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479511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92.0%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469087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479511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92.0%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100071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92.0% &gt; PAS solo 70.5% (+21.5pp) · Lead: PAS solo vs UMNO (+60.2pp)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N33 Sri Tanjung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43.7/100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Rajasekaran Gunnasekaran · maj 3,996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42.46%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32.95%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48.6% vs UMNO 41.4% (+7.2%)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~41.4%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Cina 33%: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Cina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1511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42289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03146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6199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03146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197406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58.2%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68.2% &gt; PAS solo 54.2% (+14.0pp) · Lead: PAS solo vs UMNO (+8.4pp)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Sri Tanjung — Port Dickson pantai, pelancong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19,585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42.46% · Cina 32.95% · India 24.56% · Lain 0.03%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Rajasekaran Gunnasekaran · majoriti 3,996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(+58pp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43.7/100 · Model: UMNO/BN · Peruntukan: PAS · Demografi: Mixed/Swing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N33 Sri Tanjung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Rajasekaran Gunnasekaran · majoriti 3,996 · Melayu 42.46%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82494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54.2%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8713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45.8%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55463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68.2%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45039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55463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303343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58.2%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68.2% &gt; PAS solo 54.2% (+14.0pp) · Lead: PAS solo vs UMNO (+8.4pp)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N34 Gemas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57.6/100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Ridzuan Ahmad · maj 3,120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10.39%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51.7% vs UMNO 38.8% (+12.9%)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85%: muafakat PAS+BN satukan undi Melayu — UMNO tidak bertanding, elak pecah undi.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Kawasan rural/LBN: isu agama, FELDA, komuniti setempat — medan muafakat lebih kuat.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24061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60.3%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44645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21.7%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46352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70.3%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405204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68.3%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463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70.3%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7033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70.3% &gt; PAS solo 60.3% (+10.0pp) · Lead: PAS solo vs UMNO (+38.6pp)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Gemas — sempadan NS-Johor; FELDA  ·  Socmed: 4 mention · 387 eng · neg 25.0%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FELDA Gemas · Komuter NS-Johor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Kategori SUKAR — perlukan muafakat undi BN/PN; layak dalam 13 PAS/PN jika 1-vs-1 vs PH.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PN (Bersatu) — muafakat satukan calon PAS; elak split PN.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Bersatu — risiko 3 penjuru; MN mesti satukan calon.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29,235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85.0% · Cina 10.39% · India 4.6%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Bersatu — Ridzuan Ahmad · majoriti 3,120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4 mention · 387 engagement · neg 25.0% · Naratif socmed lebih Melayu (+15pp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387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57.6/100 · Model: PAS · Peruntukan: PAS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N34 Gemas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Ridzuan Ahmad · majoriti 3,120 · Melayu 85.0%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✓ SPR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14288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60.3%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113102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21.7%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66409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70.3%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55985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66409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70.3%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93817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18.0%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70.3% &gt; PAS solo 60.3% (+10.0pp) · Lead: PAS solo vs UMNO (+38.6pp)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N36 Repah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40.3/100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Veerapan Superamaniam · maj 5,950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41.79%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41.8%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16.39%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PAS 47.9% vs UMNO 41.9% (+6.0%)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Rendah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~41.9%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Cina 42%: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88364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6903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47.1%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○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764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352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764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289989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62.7%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66.9% &gt; PAS solo 52.9% (+14.0pp) · Lead: PAS solo vs UMNO (+5.8pp)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Repah/Tampin — sempadan Johor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PH/Bandar (35.0/100)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27,830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41.79% · Cina 41.8% · India 16.39% · Lain 0.03%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Veerapan Superamaniam · majoriti 5,950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(+58pp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40.3/100 · Model: UMNO/BN · Peruntukan: PAS · Demografi: PH/Bandar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N36 Repah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Veerapan Superamaniam · majoriti 5,950 · Melayu 41.79%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75719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45488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○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48688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38263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48688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326797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62.7%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66.9% &gt; PAS solo 52.9% (+14.0pp) · Lead: PAS solo vs UMNO (+5.8pp)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Justifikasi Terperinci — UMNO/BN 23 Kerusi (2 slide/kerusi)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1: contest strategik vs PH · profil muhibbah · panel ringkas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2: 7 senario detail penuh per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46 slide seterusnya (23 ×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N02 Pertang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67.8/100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Jalaluddin Alias · maj 2,790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71.44%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22.07%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48.5% vs PAS 40.4% (+8.1%)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4597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1142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5171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1056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5171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69519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13.1%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65.7% &gt; PAS solo 55.7% (+10.0pp) · Lead: PAS solo vs UMNO (+11.4pp)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LBN/Jelebu · Kos sara hidup / ekonomi mikro  ·  Socmed: 4 mention · 585 eng · neg 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Pertang — UMNO/BN pertahan kerusi menang 2023; Melayu rural, UMNO tradisi kuat.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12,880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71.44% · Cina 22.07% · India 6.5%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Jalaluddin Alias · majoriti 2,790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4 mention · 585 engagement · neg 0.0% · Naratif socmed lebih Melayu (+29pp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585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(+29pp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67.8/100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N02 Pertang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Jalaluddin Alias · majoriti 2,790 · Melayu 71.44%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90312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0895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42433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32009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42433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68278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13.1%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65.7% &gt; PAS solo 55.7% (+10.0pp) · Lead: PAS solo vs UMNO (+11.4pp)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N03 Sungai 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73.7/100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Razi Mohd Ali · maj 535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84.83%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7.19%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7.98%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47% vs PAS 40.6% (+6.4%)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22621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59.6%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31189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3195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9080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3195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34543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69.6% &gt; PAS solo 59.6% (+10.0pp) · Lead: PAS solo vs UMNO (+19.2pp)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Sungai Lui — FELDA &amp; ladang kecil  ·  Socmed: 3 mention · 545 eng · neg 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Majoriti sempit · Swing Melayu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Sungai Lui — UMNO/BN pertahan kerusi menang 2023; FELDA/rural, mesin BN sedia.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19,711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84.83% · Cina 7.19% · India 7.98%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Razi Mohd Ali · majoriti 535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3 mention · 545 engagement · neg 33.3% · Naratif socmed lebih Melayu (+15pp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545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73.7/100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N03 Sungai Lui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Razi Mohd Ali · majoriti 535 · Melayu 84.83%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10639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10568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62760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52336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62760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59417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69.6% &gt; PAS solo 59.6% (+10.0pp) · Lead: PAS solo vs UMNO (+19.2pp)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N06 Palong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65.4/100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Mustapha Nagoor · maj 564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92.96%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1.92%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5.11%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47.5% vs PAS 40.3% (+7.2%)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9534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6205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41.9%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01089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59941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01089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13969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68.1% &gt; PAS solo 58.1% (+10.0pp) · Lead: PAS solo vs UMNO (+16.2pp)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FELDA/Jempol · Kos sara hidup / ekonomi mikro  ·  Socmed: 1 mention · 128 eng · neg 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Palong — UMNO/BN pertahan kerusi menang 2023; FELDA Jempol, kubu BN.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23,548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92.96% · Cina 1.92% · India 5.11%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Mustapha Nagoor · majoriti 564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 mention · 128 engagement · neg 0.0% · Profil naratif socmed selari dengan demografi pengundi (DPI)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128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65.4/100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N06 Palong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Mustapha Nagoor · majoriti 564 · Melayu 92.96%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02821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58.1%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18386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41.9%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54942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44518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54942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54205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68.1% &gt; PAS solo 58.1% (+10.0pp) · Lead: PAS solo vs UMNO (+16.2pp)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N07 Jeram Padang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53.9/100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Zaidy Abdul Kadir · maj 693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57.55%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32.19%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49.9% vs PAS 40.4% (+9.5%)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86307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52.8%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7109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47.2%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292047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62.8%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25089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60.8%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292047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62.8%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30449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14.8%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62.8% &gt; PAS solo 52.8% (+10.0pp) · Lead: PAS solo vs UMNO (+5.6pp)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FELDA/Jempol · Kos sara hidup / ekonomi mikro  ·  Socmed: 6 mention · 464 eng · neg 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Jeram Padang — UMNO/BN pertahan kerusi menang 2023; rural Jempol.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16,539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57.55% · Cina 10.25% · India 32.19%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Zaidy Abdul Kadir · majoriti 693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6 mention · 464 engagement · neg 0.0% · Naratif socmed lebih Melayu (+42pp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6 mention · 464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(+42pp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53.9/100 · Model: Perbincangan · Peruntukan: UMNO/BN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N07 Jeram Padang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Zaidy Abdul Kadir · majoriti 693 · Melayu 57.55%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75197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46010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47.2%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27318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62.8%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16894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60.8%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27318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77138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14.8%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62.8% &gt; PAS solo 52.8% (+10.0pp) · Lead: PAS solo vs UMNO (+5.6pp)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N08 Bahau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32.9/100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Teo Kok Seong · maj 8,408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31.63%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58.27%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59.7% vs PAS 39.8% (+19.9%)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58%):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8,408: PAS solo ~39.8%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3692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020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20152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16037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20152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 ✓ 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413433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68.7%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FELDA/Jempol · Kos sara hidup / ekonomi mikro  ·  Socmed: 2 mention · 457 eng · neg 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Bahau — cadangan UMNO/BN; DAP 2023, PAS opt-out. BN profil muhibbah vs PH.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31.63%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25,951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31.63% · Cina 58.27% · India 10.1%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Teo Kok Seong · majoriti 8,408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457 engagement · neg 0.0% · Naratif socmed lebih Melayu (+68pp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457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(+68pp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32.9/100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N08 Bahau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Teo Kok Seong · majoriti 8,408 · Melayu 31.63%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62688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58519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04385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93961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04385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✓ SPR  ▸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358069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68.7%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N09 Lenggeng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69.5/100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Asna Amin · maj 685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79.57%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4.88%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47.4% vs PAS 40.5% (+6.9%)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20357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58.5%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53821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41.5%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409319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68171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409319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4894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12.1%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68.5% &gt; PAS solo 58.5% (+10.0pp) · Lead: PAS solo vs UMNO (+17.0pp)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Seremban · Bandar Lenggeng  ·  Socmed: 11 mention · 21,008 eng · neg 18.2%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Bandar Lenggeng · Kos hidup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Lenggeng — UMNO/BN pertahan kerusi menang 2023; semi-rural Seremban.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28,671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79.57% · Cina 15.55% · India 4.88%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Asna Amin · majoriti 685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11 mention · 21,008 engagement · neg 18.2% · Naratif socmed lebih Melayu (+11pp vs DPI) — suara rural/ground…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21,008 eng · neg 18.2%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69.5/100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N09 Lenggeng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Asna Amin · majoriti 685 · Melayu 79.57%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04906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163013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57027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46603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57027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630661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68.5% &gt; PAS solo 58.5% (+10.0pp) · Lead: PAS solo vs UMNO (+17.0pp)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N11 Lobak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24.8/100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Chew Seh Yong · maj 13,504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6.72%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72.57%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20.69%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61.8% vs PAS 41.8%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73%):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13,504: PAS solo ~41.8%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4023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1716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22527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8137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22527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94846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46.1%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Seremban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Lobak — cadangan UMNO/BN; DAP Cina dominan, PAS profil tidak sesuai.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6.72%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23,141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6.72% · Cina 72.57% · India 20.69%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Chew Seh Yong · majoriti 13,504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(+93pp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(+93pp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24.8/100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N11 Lobak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Chew Seh Yong · majoriti 13,504 · Melayu 6.72%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8192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3015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9040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8616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9040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4027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N12 Temiang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39.4/100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Ng Chin Tsai · maj 3,068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42.18%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44.7%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13.06%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56.7% vs PAS 39.7% (+17.0%)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45%):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3,068: PAS solo ~39.7%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19657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3774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01953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6080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01953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065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39.2%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48.7% &gt; PAS solo 44.7%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Seremban · Kos sara hidup / ekonomi mikro  ·  Socmed: 3 mention · 373 eng · neg 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Temiang — cadangan UMNO/BN; DAP berbilang kaum, elak naratif perkauman PAS.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Bukan fokus analitik PAS — optimum dalam paket UMNO/BN 23 kerusi.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12,975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42.18% · Cina 44.7% · India 13.06%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Ng Chin Tsai · majoriti 3,068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3 mention · 373 engagement · neg 33.3% · Naratif socmed lebih Melayu (+58pp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373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39.4/100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N12 Temiang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Ng Chin Tsai · majoriti 3,068 · Melayu 42.18%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2979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8228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3828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34041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3828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48.7%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04313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39.2%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48.7% &gt; PAS solo 44.7%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N15 Juasseh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62.2/100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Bibi Sharliza Mohd Khalid · maj 78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82.74%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4.98%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48.4% vs PAS 41.1% (+7.3%)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5420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0319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43.9%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5994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1879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5994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4071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66.1% &gt; PAS solo 56.1% (+10.0pp) · Lead: PAS solo vs UMNO (+12.2pp)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Adat/Pilah · Kos sara hidup / ekonomi mikro  ·  Socmed: 5 mention · 699 eng · neg 40.0%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Juasseh — UMNO/BN pertahan kerusi menang 2023; rural Kuala Pilah.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13,669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82.74% · Cina 12.26% · India 4.98%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Bibi Sharliza Mohd Khalid · majoriti 78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5 mention · 699 engagement · neg 40.0% · Naratif socmed lebih Melayu (+17pp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5 mention · 699 eng · neg 40.0%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(+17pp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62.2/100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N15 Juasseh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Bibi Sharliza Mohd Khalid · majoriti 78 · Melayu 82.74%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92397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288103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44518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34094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64.1%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44518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60981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11.7%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66.1% &gt; PAS solo 56.1% (+10.0pp) · Lead: PAS solo vs UMNO (+12.2pp)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N16 Seri Menanti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71.4/100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Muhammad Sufian Maradzi · maj 370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95.69%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3.75%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0.55%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47% vs PAS 40.5% (+6.5%)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3157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2583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3731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29616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3731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057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65.0% &gt; PAS solo 55.0% (+10.0pp) · Lead: PAS solo vs UMNO (+10.0pp)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Adat/Pilah · Kos sara hidup / ekonomi mikro  ·  Socmed: 20 mention · 61,599 eng · neg 25.0%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(75.0/100)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Seri Menanti — UMNO/BN pertahan kerusi menang 2023; adat &amp; istana, kubu UMNO.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10,100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95.69% · Cina 3.75% · India 0.55%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Muhammad Sufian Maradzi · majoriti 370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20 mention · 61,599 engagement · neg 25.0% · Profil naratif socmed selari dengan demografi pengundi (DPI)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20 mention · 61,599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71.4/100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N16 Seri Menanti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Muhammad Sufian Maradzi · majoriti 370 · Melayu 95.69%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86664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4543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38785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28361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38785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52120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65.0% &gt; PAS solo 55.0% (+10.0pp) · Lead: PAS solo vs UMNO (+10.0pp)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N17 Senaling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58.9/100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Ismail Lasim · maj 662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81.87%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15.27%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2.85%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49.3% vs PAS 41.4% (+7.9%)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2745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29944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331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64.8%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292047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62.8%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331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64.8%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42773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64.8% &gt; PAS solo 54.8% (+10.0pp) · Lead: PAS solo vs UMNO (+9.6pp)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Adat/Pilah · Kos sara hidup / ekonomi mikro  ·  Socmed: 4 mention · 699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(75.0/100)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Senaling — UMNO/BN pertahan kerusi menang 2023; rural Kuala Pilah.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9,914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81.87% · Cina 15.27% · India 2.85%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Ismail Lasim · majoriti 662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4 mention · 699 engagement · neg 50.0% · Naratif socmed lebih Melayu (+18pp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699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(+18pp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58.9/100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N17 Senaling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Ismail Lasim · majoriti 662 · Melayu 81.87%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85621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5586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37742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64.8%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27318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37742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61502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64.8% &gt; PAS solo 54.8% (+10.0pp) · Lead: PAS solo vs UMNO (+9.6pp)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N19 Johol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64.3/100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Saiful Yazan Sulaiman · maj 2,117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78.57%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16.17%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5.26%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48.7% vs PAS 40.6% (+8.1%)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8711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702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92859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67.7%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51711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65.7%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92859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67.7%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5100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12.2%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67.7% &gt; PAS solo 57.7% (+10.0pp) · Lead: PAS solo vs UMNO (+15.4pp)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Adat/Pilah · Kos sara hidup / ekonomi mikro  ·  Socmed: 8 mention · 1,203 eng · neg 62.5%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Johol — UMNO/BN pertahan kerusi menang 2023; rural, UMNO mapan.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12,359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78.57% · Cina 16.17% · India 5.26%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Saiful Yazan Sulaiman · majoriti 2,117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8 mention · 1,203 engagement · neg 62.5% · Naratif socmed lebih Melayu (+21pp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8 mention · 1,203 eng · neg 62.5%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64.3/100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N19 Johol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Saiful Yazan Sulaiman · majoriti 2,117 · Melayu 78.57%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300737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20470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42.3%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52857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42433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52857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67.7%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63587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67.7% &gt; PAS solo 57.7% (+10.0pp) · Lead: PAS solo vs UMNO (+15.4pp)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N21 Bukit Kepayang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30.8/100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Nicole Tan Lee Koon · maj 19,684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29.76%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50.71%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19.44%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59.7% vs PAS 39.7%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51%):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19,684: PAS solo ~39.7%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1348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43914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99578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5463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99578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3736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40.7%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48.4% &gt; PAS solo 44.4%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Rasah/Nilai · Kos sara hidup / ekonomi mikro  ·  Socmed: 4 mention · 57,156 eng · neg 25.0%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Bukit Kepayang — cadangan UMNO/BN; DAP Seremban, majoriti PH besar.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29.76%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49,248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29.76% · Cina 50.71% · India 19.44% · Lain 0.1%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Nicole Tan Lee Koon · majoriti 19,684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4 mention · 57,156 engagement · neg 25.0% · Naratif socmed lebih Melayu (+45pp vs DPI) — suara rural/ground…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57,156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30.8/100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N21 Bukit Kepayang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Nicole Tan Lee Koon · majoriti 19,684 · Melayu 29.76%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1416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9791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55.6%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2264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1840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2264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12131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48.4% &gt; PAS solo 44.4%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N22 Rahang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37.0/100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Desmond Sian Meow Kong · maj 6,432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33.03%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46.42%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58.0% vs PAS 38.8% (+19.2%)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46%):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6,432: PAS solo ~38.8%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38174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1922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2047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7932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2047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1473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39.6%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Rasah/Nilai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Rahang — cadangan UMNO/BN; DAP bandar, profil muhibbah UMNO lebih sesuai.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33.03%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19,608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33.03% · Cina 46.42% · India 20.5%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Desmond Sian Meow Kong · majoriti 6,432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(+67pp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(+67pp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37.0/100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N22 Rahang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Desmond Sian Meow Kong · majoriti 6,432 · Melayu 33.03%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7670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3537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8519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8095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8519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06398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39.6%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N23 Mambau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26.6/100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Yap Yew Weng · maj 14,940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15.11%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60.88%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23.93%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61.0% vs PAS 41.0%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61%):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14,940: PAS solo ~41.0%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4023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1716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22527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8137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22527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88796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43.2%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Rasah/Nilai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Mambau — cadangan UMNO/BN; DAP, Cina tertinggi NS, PAS opt-out.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15.11%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30,316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15.11% · Cina 60.88% · India 23.93% · Lain 0.07%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Yap Yew Weng · majoriti 14,940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(+85pp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(+85pp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26.6/100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N23 Mambau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Yap Yew Weng · majoriti 14,940 · Melayu 15.11%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8192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3015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9040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8616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9040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25161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43.2%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N24 Seremban Jaya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29.1/100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Gunasekaren Palasamy · maj 12,703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26.69%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46.98%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59.9% vs PAS 39.9%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47%):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12,703: PAS solo ~39.9%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3692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020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20152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16037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20152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 ✓ 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146281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71.1%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Bandar Rasah/Nilai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Seremban Jaya — cadangan UMNO/BN; DAP PH bloc, calon BN profesional bandar.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26.69%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32,899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26.69% · Cina 46.98% · India 26.3%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Gunasekaren Palasamy · majoriti 12,703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(+73pp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(+73pp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29.1/100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N24 Seremban Jaya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Gunasekaren Palasamy · majoriti 12,703 · Melayu 26.69%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62688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58519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04385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93961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04385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✓ SPR  ▸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370578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71.1%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N26 Chembong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48.9/100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Zaifulbahri Idris · maj 4,335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83.8%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7.07%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9.13%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51.6% vs PAS 40.8% (+10.8%)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057503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51.4%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99896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2220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59.4%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180947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2220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59.4%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3660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59.4% &gt; PAS solo 51.4% (+8.0pp) · Lead: PAS solo vs UMNO (+2.8pp)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Rembau/Tradisi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Chembong — UMNO/BN pertahan; Rembau tradisi BN, Melayu ~84%.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26,440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83.8% · Cina 7.07% · India 9.13%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Zaifulbahri Idris · majoriti 4,335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(+16pp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(+16pp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48.9/100 · Model: Perbincangan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N26 Chembong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Zaifulbahri Idris · majoriti 4,335 · Melayu 83.8%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67900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53307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09597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59.4%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99173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57.4%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09597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59.4%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59938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11.5%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59.4% &gt; PAS solo 51.4% (+8.0pp) · Lead: PAS solo vs UMNO (+2.8pp)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N27 Rantau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42.7/100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Mohamad Hasan · maj 10,280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57.99%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16.43%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54.1% vs PAS 41.2% (+12.9%)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48461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✓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0893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53.9%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10183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6903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10183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660425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32.1%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49.1% &gt; PAS solo 46.1% (+3.0pp) · SPR 2023 menang: MN, PN, PN+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Rembau/Tradisi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Rantau — UMNO/BN pertahan; legacy Mohamad Hasan, kubu kuat.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10,280 — sumber kempen terhad; BN contest strategik jangka panjang.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34,636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57.99% · Cina 16.43% · India 25.56%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Mohamad Hasan · majoriti 10,280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(+42pp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(+42pp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42.7/100 · Model: UMNO/BN · Peruntukan: UMNO/BN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N27 Rantau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Mohamad Hasan · majoriti 10,280 · Melayu 57.99%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40276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✓ SPR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0931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✓ SPR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5913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5488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5913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49.1%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167307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32.1%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49.1% &gt; PAS solo 46.1% (+3.0pp)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N28 Kota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62.8/100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 Aini · maj 135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88.59%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6.98%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4.44%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48.0% vs PAS 40.7% (+7.3%)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rural/pedal…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41857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915543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47597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0644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47597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24256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65.5% &gt; PAS solo 55.5% (+10.0pp) · Lead: PAS solo vs UMNO (+11.0pp)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Rembau/Tradisi · Kos sara hidup / ekonomi mikro  ·  Socmed: 3 mention · 511 eng · neg 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Kota — UMNO/BN pertahan kerusi menang 2023; semi-bandar Rembau.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16,730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88.59% · Cina 6.98% · India 4.44%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Suhaimi Aini · majoriti 135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3 mention · 511 engagement · neg 33.3% · Naratif socmed lebih Melayu (+11pp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511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62.8/100 · Model: PAS · Peruntukan: UMNO/BN · Demografi: PAS/BN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N28 Kota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 Aini · majoriti 135 · Melayu 88.59%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89270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31937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41391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30967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41391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56811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65.5% &gt; PAS solo 55.5% (+10.0pp) · Lead: PAS solo vs UMNO (+11.0pp)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N29 Chuah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36.8/100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Yew Boon Lye · maj 6,298 · ⚠ Perbincangan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54.07%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20.63%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56.4% vs PAS 39.2% (+17.2%)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54%):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6,298: PAS solo ~39.2%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urban/profe…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38174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1922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2047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7932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2047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5382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41.5%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Pantai/PD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PH/Bandar (30.0/100)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Chuah — cadangan UMNO/BN; PKR pantai PD, mixed, BN calon muhibbah.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(PKR)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25.3%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15,141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25.3% · Cina 54.07% · India 20.63%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Yew Boon Lye · majoriti 6,298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(+75pp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(+75pp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36.8/100 · Model: UMNO/BN · Peruntukan: UMNO/BN · Demografi: PH/Bandar · ⚠ Perbincangan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N29 Chuah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Yew Boon Lye · majoriti 6,298 · Melayu 25.3%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7670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3537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8519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8095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8519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16301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41.5%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N30 Lukut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29.9/100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Choo Ken Hwa · maj 10,135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26.03%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49.13%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24.81%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59.8% vs PAS 39.8%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Penyandang/ kuat PH (Cina 49%):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Majoriti PH 10,135: PAS solo ~39.8% sahaja — BN/UMNO contest jangka panjang vs PH lebih realistik.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Cina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2171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○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35684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0401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6286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0401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82913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48.8% &gt; PAS solo 44.8% (+4.0pp) · SPR 2023 menang: PH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Pantai/PD · Kos sara hidup / ekonomi mikro  ·  Socmed: 3 mention · 283 eng · neg 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PH/Bandar (15.0/100)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Lukut — cadangan UMNO/BN; DAP, Cina ~74%, PAS opt-out.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Melayu 26.03% — kerusi bandar berbilang kaum; BN/UMNO lebih sesuai contest PH.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28,010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26.03% · Cina 49.13% · India 24.81%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Choo Ken Hwa · majoriti 10,135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3 mention · 283 engagement · neg 33.3% · Naratif socmed lebih Melayu (+41pp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283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(+41pp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29.9/100 · Model: UMNO/BN · Peruntukan: UMNO/BN · Demografi: PH/Bandar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N30 Lukut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Choo Ken Hwa · majoriti 10,135 · Melayu 26.03%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35011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○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7706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4349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3925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4349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✓ SPR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21004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40.3%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48.8% &gt; PAS solo 44.8%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N32 Linggi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54.9/100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Faizal Ramli · maj 1,461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65.18%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50.3% vs PAS 41.3% (+9.0%)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Melayu rural/pedal…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94228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 Solo ✓ 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111511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004011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962863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004011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67071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32.6%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48.8% &gt; PAS solo 45.8% (+3.0pp) · SPR 2023 menang: MN, PN, PN+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Pantai/PD · Kos sara hidup / ekonomi mikro  ·  Socmed: 7 mention · 1,658 eng · neg 28.6%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Linggi — UMNO/BN pertahan; sempadan Johor, UMNO mapan.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Cadangan MN: calon komponen BN/DHPP — selaras agihan UMNO/BN 23 kerusi.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20,768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65.18% · Cina 18.22% · India 16.6%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Faizal Ramli · majoriti 1,461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7 mention · 1,658 engagement · neg 28.6% · Naratif socmed lebih Melayu (+35pp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7 mention · 1,658 eng · neg 28.6%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(+35pp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54.9/100 · Model: Perbincangan · Peruntukan: UMNO/BN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N32 Linggi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Faizal Ramli · majoriti 1,461 · Melayu 65.18%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38713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45.8%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✓ SPR  ▸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82494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54.2%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✓ SPR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254349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243925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254349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169913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32.6%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48.8% &gt; PAS solo 45.8% (+3.0pp)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N35 Gemencheh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4864"/>
            <a:ext cx="11430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B48C14"/>
                </a:solidFill>
              </a:defRPr>
            </a:pPr>
            <a:r>
              <a:t>Skor 55.2/100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Suhaimizan Bizar · maj 2,434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63.38%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14.47%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3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7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8312" y="1207008"/>
            <a:ext cx="1545336" cy="47548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5" y="1225296"/>
            <a:ext cx="1453895" cy="4389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10512"/>
            <a:ext cx="8321040" cy="1892807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47088"/>
            <a:ext cx="4160520" cy="181051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200"/>
              </a:spcAft>
              <a:defRPr sz="1000" b="1">
                <a:solidFill>
                  <a:srgbClr val="003366"/>
                </a:solidFill>
              </a:defRPr>
            </a:pPr>
            <a:r>
              <a:t>UMNO 50.7% vs PAS 41.4% (+9.3%)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9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47088"/>
            <a:ext cx="402336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64748B"/>
                </a:solidFill>
              </a:defRPr>
            </a:pPr>
            <a:r>
              <a:t>KOHORT SWING</a:t>
            </a:r>
          </a:p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Melayu urban/profe… · Cina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29968"/>
            <a:ext cx="40233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048256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1">
                <a:solidFill>
                  <a:srgbClr val="003366"/>
                </a:solidFill>
              </a:defRPr>
            </a:pPr>
            <a:r>
              <a:t>7 SENARIO KERUSI 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249424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276856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276856"/>
            <a:ext cx="1160373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2249424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56.4%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445366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 Solo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472798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472798"/>
            <a:ext cx="897026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2445366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641309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 ✓ 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668741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668741"/>
            <a:ext cx="1366113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641309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837252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 tanpa Bersatu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864684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2864684"/>
            <a:ext cx="132496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37252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2312" y="3033195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 + Bersatu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060627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060627"/>
            <a:ext cx="1366113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033195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3229138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3256570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256570"/>
            <a:ext cx="290093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3229138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14.1%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2312" y="3425081"/>
            <a:ext cx="141732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452513"/>
            <a:ext cx="205740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3452513"/>
            <a:ext cx="6172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4" y="3425081"/>
            <a:ext cx="365760" cy="17765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4024" y="3456432"/>
            <a:ext cx="391363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64748B"/>
                </a:solidFill>
              </a:defRPr>
            </a:pPr>
            <a:r>
              <a:t>MN 66.4% &gt; PAS solo 56.4% (+10.0pp) · Lead: PAS solo vs UMNO (+12.8pp) · SPR 2023 menang: MN…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346704"/>
            <a:ext cx="4023360" cy="38404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73168" y="3374136"/>
            <a:ext cx="3895344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64748B"/>
                </a:solidFill>
              </a:defRPr>
            </a:pPr>
            <a:r>
              <a:t>ISYARAT DUN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Setempat: Sempadan Johor · Kos sara hidup / ekonomi mikro  ·  Socmed: 2 mention · 282 eng · neg 50.0%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160520"/>
            <a:ext cx="18288" cy="19385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60520"/>
            <a:ext cx="402336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Gemencheh — UMNO/BN pertahan kerusi menang 2023; FELDA Tampin.</a:t>
            </a:r>
          </a:p>
          <a:p>
            <a:pPr>
              <a:spcAft>
                <a:spcPts val="100"/>
              </a:spcAft>
              <a:defRPr sz="8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4160520"/>
            <a:ext cx="4069080" cy="193852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24,878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63.38% · Cina 22.15% · India 14.47%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Suhaimizan Bizar · majoriti 2,434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 hybrid (socmed_by_dun_N9.json): 2 mention · 282 engagement · neg 50.0% · Naratif socmed lebih Melayu (+37pp vs DPI) — suara rural/ground kuat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(+37pp vs DPI) — suara rural/ground kuat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99632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Skor analitik: 55.2/100 · Model: PAS · Peruntukan: UMNO/BN · Demografi: Mixed/Swing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N35 Gemencheh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4864"/>
            <a:ext cx="2057400" cy="7498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Slide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Suhaimizan Bizar · majoriti 2,434 · Melayu 63.38%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0160"/>
            <a:ext cx="8211312" cy="21945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609344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1609344"/>
            <a:ext cx="293961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54480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2C55E"/>
                </a:solidFill>
              </a:defRPr>
            </a:pPr>
            <a:r>
              <a:t>56.4%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81497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✓ SPR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2236361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2236361"/>
            <a:ext cx="227246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81497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EF4444"/>
                </a:solidFill>
              </a:defRPr>
            </a:pPr>
            <a:r>
              <a:t>43.6%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808514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✓ SPR  ▸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2863378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2863378"/>
            <a:ext cx="346082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2808514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66.4%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35531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✓ SPR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8" y="3490395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3490395"/>
            <a:ext cx="335657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3435531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0B981"/>
                </a:solidFill>
              </a:defRPr>
            </a:pPr>
            <a:r>
              <a:t>64.4%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062548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✓ SPR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4117412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4117412"/>
            <a:ext cx="346082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4062548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059669"/>
                </a:solidFill>
              </a:defRPr>
            </a:pPr>
            <a:r>
              <a:t>66.4%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689565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8" y="4744429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81528" y="4744429"/>
            <a:ext cx="73490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689565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3B82F6"/>
                </a:solidFill>
              </a:defRPr>
            </a:pPr>
            <a:r>
              <a:t>14.1%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316582"/>
            <a:ext cx="256032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1528" y="5371446"/>
            <a:ext cx="5212079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81528" y="5371446"/>
            <a:ext cx="15636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5316582"/>
            <a:ext cx="365760" cy="608729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F59E0B"/>
                </a:solidFill>
              </a:defRPr>
            </a:pPr>
            <a:r>
              <a:t>3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06440"/>
            <a:ext cx="821131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66.4% &gt; PAS solo 56.4% (+10.0pp) · Lead: PAS solo vs UMNO (+12.8pp)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✓ = bloc menang SPR 2023 vs PH/MN · ▸ LEAD = prob model tertinggi · Bersama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Kohort Pengundi &amp; Implikasi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melayu_rural: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melayu_urban: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melayu_muda: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cina: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india: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Nota Penting &amp; Penafian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Justifikasi berdasarkan DPI Dec 2025, DOSM MyCensus, ranking DUN 10 Jun 2026, cadangan MN, socmed master hybrid (structured + unstructured · Apify + HF ft-Malay-bert), media Tier A ML. Skor analitik = fusion demografi DPI + sentiment/emotion socmed per-DUN — bukan polling SPR.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Ramalan peratus adalah anggaran analitik — bukan keputusan rasmi SPR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Data socmed &amp; media boleh berubah — kemas kini harian disyorkan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Jangan kongsi formula dalaman atau skor war room di luar bilik mesyuarat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Langkah seterusnya: finalisasi senarai calon · penamaan 18 Julai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A7F5A"/>
                </a:solidFill>
              </a:defRPr>
            </a:pPr>
            <a:r>
              <a:t>InsightPulse · Sokong Keputusan Muafakat dengan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