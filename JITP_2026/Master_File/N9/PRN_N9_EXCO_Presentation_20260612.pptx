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PRN Negeri Sembilan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C8102E"/>
                </a:solidFill>
              </a:defRPr>
            </a:pPr>
            <a:r>
              <a:t>Intelligence Dashboard &amp; War Room — Briefing EXCO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InsightPulse Analytics Platform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12 Jun 2026 · Keputusan SPR · Dalaman EXCO</a:t>
            </a:r>
          </a:p>
          <a:p>
            <a:pPr algn="ctr">
              <a:defRPr sz="1600">
                <a:solidFill>
                  <a:srgbClr val="64748B"/>
                </a:solidFill>
              </a:defRPr>
            </a:pPr>
            <a:r>
              <a:t>DUN 36 kerusi · Majoriti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 Malam 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Keputusan SPR &amp; garis masa PRN NS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Apa yang sudah siap — InsightPulse Dashboard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Kerusi strategik &amp; War Room Hari Ini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Formulasi ML/DL — analitik, ramalan &amp; insight (Slide 17–22)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Operasi harian &amp; automasi (cadangan)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Pelan cloud hosting dashboard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Cadangan belanjawan — teknologi + perkhidmatan pakar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Langkah seterusnya &amp; kelulusan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Keputusan SPR — 12 Jun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PRN Negeri Sembilan (DISAHKAN)</a:t>
            </a:r>
          </a:p>
          <a:p>
            <a:pPr lvl="1"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Penamaan calon: 18 Julai 2026 (36 hari)</a:t>
            </a:r>
          </a:p>
          <a:p>
            <a:pPr lvl="1"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Undi awal: 28 Julai 2026</a:t>
            </a:r>
          </a:p>
          <a:p>
            <a:pPr lvl="1">
              <a:spcAft>
                <a:spcPts val="800"/>
              </a:spcAft>
              <a:defRPr sz="1700">
                <a:solidFill>
                  <a:srgbClr val="1E293B"/>
                </a:solidFill>
              </a:defRPr>
            </a:pPr>
            <a:r>
              <a:t>Hari mengundi: 1 Ogos 2026 (50 hari)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PRN Johor (rujuk): mengundi 11 Julai 2026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Implikasi: ~5 minggu pre-penamaan + ~2 minggu kempen penuh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Objektif — Intelligence untuk EXCO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BUKAN polling — social listening &amp; naratif masa nyata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Pantau isu, sentimen &amp; crisis sebelum ia viral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Fokus 6 kerusi kritikal: Pertahan + Boleh Menang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Arahan harian ke petugas via WhatsApp (War Room Lite)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Sokong keputusan EXCO dengan data, bukan andaian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Apa Sudah Siap (Proof of Concept)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Dashboard PRN NS — 10 tab intel (kerusi, sentimen, scenario)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Master data: 69,000+ posts (PAS-Break + PRN NS crawl)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831 mention NS · sentiment ikut platform (FB/TikTok/X/News)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36 kerusi — kategori Pertahan / Menang / Sukar / Bukan Fokus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War Room Hari Ini — 6 tindakan + Copy WhatsApp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Tarikh SPR, countdown &amp; garis masa — auto-update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Kerusi Strategik — Fokus Operasi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84124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640080"/>
                <a:gridCol w="1371600"/>
                <a:gridCol w="512064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Kawasan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Tindakan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PERTAHAN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Jaga base FELDA · socmed harian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PERTAHAN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Bandar Seremban · kos hidup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PERTAHAN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Bagan Pinang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PD · pelancongan/nelayan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BOLEH MENANG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Sungai Lui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Majoriti 535 · swing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BOLEH MENANG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Lenggeng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Majoriti 685 · bandar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BOLEH MENANG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Pilah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Majoriti 1,079 · rebut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 Modul Kempen — Status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✅ Data pengundi &amp; isu tempatan (Excel SPR + profil DUN)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✅ Sentimen socmed AI (master crawl + dashboard)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✅ Segmentasi kerusi (Pertahan / Menang / Sukar)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🟡 Draf kandungan &amp; jadual post (semi-auto + WhatsApp)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✅ Pantau isu &amp; counter-narrative (trigger War Room)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✅ Tugasan jentera (Hari Ini + template petugas)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🟡 Cloud dashboard — perlu deploy (cadangan budget)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⬜ Laporan prestasi mingguan — fasa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Operasi Harian (Ringkas — 20 min/hari)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STEP 1: Crawl berita BM + Cina + Tamil + ekonomi (script auto)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STEP 2: Crawl socmed via InsightPulse (keyword siap by DUN)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STEP 3: Regenerate dashboard + War Room Hari Ini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STEP 4: Copy WhatsApp → Koordinator → group petugas DUN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Cadangan: cron 2×/hari + dashboard cloud untuk EXCO akses 24/7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Pelan Cloud — Dashboard untuk EXCO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Masalah sekarang: fail HTML tempatan — sukar kongsi &amp; update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Cadangan: Static dashboard di cloud (AWS S3 / Azure / Vercel)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URL khusus EXCO (contoh: prn-ns.insightpulse.my) — password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Auto-regenerate 2×/hari selepas crawl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Backend crawl kekal secure (bukan public)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Kos: RM 300–800/bulan (hosting + domain + SSL)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Cadangan Belanjawan — Teknologi (7 minggu: 12 Jun – 1 Ogo)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84124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1371600"/>
                <a:gridCol w="26517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Fungsi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Anggaran (RM)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Nota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Apify Crawling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FB, TikTok, X, IG — socmed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12,000 – 18,000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Proxy included · 2×/hari kempen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OpenAI / LLM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Briefing, draf counter-narrative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2,500 – 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Human-in-the-loop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SerpAPI / News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Backup berita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800 – 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Optional — RSS percuma ada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Cloud 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Dashboard EXCO +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2,100 – 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 bulan × ~RM700/bulan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Domain + SSL + CDN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URL rasmi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500 – 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One-time + renewal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Setup &amp; deploy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CI/CD, security, backup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5,000 – 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One-time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SUB-JUMLAH TEKNOLOGI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23,000 – 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Cadangan Belanjawan — Perkhidmatan Pakar (Upah)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8412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1371600"/>
                <a:gridCol w="210312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Peranan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Skop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Anggaran (RM)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Tempoh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Ketua Analis / Consultant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Dashboard, crawl, briefing EXCO, War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28,000 – 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 Jun – 1 Ogo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Sokongan teknikal (part-time)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Crawl, merge data, cloud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8,000 – 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 minggu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Latihan petugas (1 hari)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WhatsApp workflow +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3,000 – 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One-time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SUB-JUMLAH PERKHIDMATAN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39,000 – 52,000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Boleh invois formal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Ringkasan — 2 Pakej untuk Kelulusan EXCO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8412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  <a:gridCol w="1371600"/>
                <a:gridCol w="192024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Pakej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Skop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Jumlah (RM)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Sesuai untuk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PAKEJ A — ASAS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Crawl harian + dashboard cloud + War Room + briefing/minggu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55,000 – 65,000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Pre-penamaan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PAKEJ B — OPTIMUM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Pakej A + crawl 2×/hari + LLM + latihan + sokongan kempen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85,000 – 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EXCO full intel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Contingency (10%)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Crisis spike / crawl extra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+ 8,000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Optional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JUMLAH CADANGAN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Pakej B + contingency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≈ RM 93,000 – 103,000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 minggu operasi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Nilai kepada EXCO —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1 crisis elak sebelum viral: nilai reputasi &gt;&gt; RM 100,000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Fokus sumber 6 kerusi vs tabur 36 — efisiensi kempen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Keputusan berasaskan data (sentimen, isu, scenario S1–S5)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Arahan petugas terstruktur — kurang silap komunikasi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Dashboard cloud — EXCO &amp; war room akses sama masa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Formula Keputusan Analitik — Dari Data ke Arahan EXCO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t>Pipeline 5 Lapisan InsightPulse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[1] CRAWL  →  Apify + RSS (FB, TikTok, X, IG, Berita BM/Cina/Tamil)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[2] NLP/DL →  BERT/RoBERTa: Sentimen + Emosi (per post)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[3] CONTEXT → Override naratif politik (regex + domain rules)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[4] AGREGASI → Skor kerusi, % negatif, engagement, isu trending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[5] KEPUTUSAN → Ramalan kerusi + Scenario S1–S5 + War Room Hari Ini</a:t>
            </a:r>
          </a:p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t>Formula agregat sentimen (per DUN):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Negatif% = (post negatif / jumlah mention DUN) × 100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Positive% = (positif / total) × 100   |   Neutral% = (neutral / total) × 100</a:t>
            </a:r>
          </a:p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t>NOTA EXCO: BUKAN polling undi — early warning naratif + prioriti 6 kerusi kritikal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Formulasi Deep Learning — Sentimen &amp; Emosi Multibahasa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t>Model DL (auto-route ikut bahasa):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Melayu → rmtariq/ft-Malay-bert (BERT)  |  English → twitter-roberta-sentiment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Cina → roberta-chinanews-chinese  |  Fallback → bert-multilingual-sentiment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Emosi → multilingual-emotion-classifier (XLM-RoBERTa, 8 kelas, Σ=1.0)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t>Arkitektur: Input x → Tokenizer → BERT/RoBERTa → Softmax → P(kelas)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P(y=c|x) = exp(z_c) / Σⱼ exp(z_j)   |   label = argmax(P)   |   confidence = P(label)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t>Routing: detect_language(x) → Model[lang](truncate(x, max=384 tokens))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Emosi_dominan = argmax(e)   |   Keyakinan = max(e)   |   Multi-emosi jika selisih &lt; 0.15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Formulasi ML — Skor Hibrid, Context Layer &amp;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t>1. Label + keyakinan (output DL):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label = argmax(P+)   |   confidence = P(label)</a:t>
            </a:r>
          </a:p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t>2. Skor numerik hibrid (0.0 – 1.0):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POSITIF:  score = 0.7 + (confidence × 0.3)   → 0.70 – 1.00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NEGATIF:  score = 0.3 − (confidence × 0.3)   → 0.00 – 0.30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NEUTRAL:  score = 0.5 (tetap)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t>3. Political Context Layer: regex {desak ganti, pengkhianat…} → override NEGATIF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Impak: ketepatan 70% → 85% (+15%) · F1 Negative 0.56 → 0.73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t>4. Engagement: total = likes + shares + comments + (views ÷ 100)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5. AvgSentiment = (1/N) × Σ sentiment_score(post_i)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Formulasi Prediction — Kerusi DUN &amp; Scenario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t>Kategori margin: Ultra ≤199 | Super 200–499 | Marginal 500–999 | Semi 1K–3K | Selamat ≥3K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t>Base pasWinProb (PAS pencabar): Ultra 52% | Super 48% | Marginal 44% | Semi 38% | Safe 28%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Defend (kerusi PAS): pas_prob = lookup(margin) + 6%  (max 88%)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Winnable: pas_prob = max(base, min(58, 46 + (1000 − majoriti)/25))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Floor: N03 ≥ 51% · N09 ≥ 50.5%  |  Clamp: pas_prob ∈ [8%, 92%]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t>Senario: Solo = pas_prob−10  |  +PN = pas_prob+5  |  +MN = pas_prob+8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t>Scenario Engine: S1 PN 35% | S2 Solo 20% | S3 PAS-UMNO 15% | S4 Clash 20% | S5 Fragment 10%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Swing target: TargetSwing = max(200, ⌊majoriti÷2⌋ + 200)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Formula Insight &amp; Keputusan War Room — Hari 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t>Alert sentimen per DUN: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neg_pct = (post negatif / mention DUN) × 100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neg_pct ≥ 25% → KRITIKAL  |  ≥ 15% → AMARAN  |  mention≥10 &amp; ≥10% → PANTAU</a:t>
            </a:r>
          </a:p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t>Trigger automatik: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defend + neg_pct&gt;20% → jaga base FELDA + socmed harian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winnable + majoriti≤500 → door-to-door + 2 ceramah/minggu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threeCornerRisk=Tinggi → elak pecah undi, selaraskan mesej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Courier New"/>
              </a:defRPr>
            </a:pPr>
            <a:r>
              <a:t>TopIssues = sort(TermScore, desc)[:8]  |  Briefing = f(neg%, isu, pasWinProb, scenario)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Contoh: "N25 Paroi: 18% negatif · kos hidup · PAS prob 64% · S1 aktif"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Jaminan Metodologi &amp; Had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t>Ketepatan model (validated):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Sentimen politik: 70% → 85%  |  F1 Negative: 0.56 → 0.73  |  Emosi: 83%</a:t>
            </a:r>
          </a:p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t>Had yang perlu diterangkan ke EXCO: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• Bukan polling undi — tiada sampel pengundi representatif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• DL silap pada sarkasme → mitigasi: context layer + semakan manusia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• Ramalan kerusi = rule-based + PRN 2023, bukan Monte Carlo survey</a:t>
            </a:r>
          </a:p>
          <a:p>
            <a:pPr>
              <a:spcAft>
                <a:spcPts val="600"/>
              </a:spcAft>
              <a:defRPr sz="1800">
                <a:solidFill>
                  <a:srgbClr val="003366"/>
                </a:solidFill>
              </a:defRPr>
            </a:pPr>
            <a:r>
              <a:t>Prinsip operasi: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Data → DL/ML → Rules → Human Review → Arahan Lapangan</a:t>
            </a:r>
          </a:p>
          <a:p>
            <a:pPr lvl="1">
              <a:spcAft>
                <a:spcPts val="400"/>
              </a:spcAft>
              <a:defRPr sz="1100">
                <a:solidFill>
                  <a:srgbClr val="0F172A"/>
                </a:solidFill>
                <a:latin typeface="Courier New"/>
              </a:defRPr>
            </a:pPr>
            <a:r>
              <a:t>Auto crawl 2×/hari  →  Dashboard cloud  →  WhatsApp petugas DUN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Slide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Langkah Seterusnya — Mohon Kelulusan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1. Kelulusan prinsip belanjawan Pakej B (~RM 90k)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2. Deploy dashboard cloud dalam 48 jam (URL EXCO)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3. Top-up Apify + cloud subscription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4. Briefing petugas — template WhatsApp (1 sesi)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5. Crawl intensif bermula 18 Jul (penamaan)</a:t>
            </a:r>
          </a:p>
          <a:p>
            <a:pPr>
              <a:spcAft>
                <a:spcPts val="800"/>
              </a:spcAft>
              <a:defRPr sz="2000">
                <a:solidFill>
                  <a:srgbClr val="003366"/>
                </a:solidFill>
              </a:defRPr>
            </a:pPr>
            <a:r>
              <a:t>6. Laporan EXCO mingguan setiap Isnin pagi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Terima Kasih</a:t>
            </a:r>
          </a:p>
          <a:p>
            <a:pPr algn="ctr">
              <a:defRPr sz="3200">
                <a:solidFill>
                  <a:srgbClr val="C8102E"/>
                </a:solidFill>
              </a:defRPr>
            </a:pPr>
            <a:r>
              <a:t>Soal Jawab</a:t>
            </a:r>
          </a:p>
          <a:p>
            <a:pPr algn="ctr">
              <a:defRPr sz="1800">
                <a:solidFill>
                  <a:srgbClr val="64748B"/>
                </a:solidFill>
              </a:defRPr>
            </a:pPr>
            <a:r>
              <a:t>InsightPulse · PRN Negeri Sembilan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