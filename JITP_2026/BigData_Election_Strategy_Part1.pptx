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Big Data &amp; Analytic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00000"/>
                </a:solidFill>
              </a:defRPr>
            </a:pPr>
            <a:r>
              <a:t>Strategi Pilihan Raya dan Taktikal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/>
            </a:pPr>
            <a:r>
              <a:t>InsightPulse Analytics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Pengenalan Big Data dalam Politik</a:t>
            </a:r>
          </a:p>
          <a:p>
            <a:pPr/>
            <a:r>
              <a:t>Kepentingan Analytics dalam Pilihan Raya</a:t>
            </a:r>
          </a:p>
          <a:p>
            <a:pPr/>
            <a:r>
              <a:t>Platform InsightPulse - Tools Monitoring</a:t>
            </a:r>
          </a:p>
          <a:p>
            <a:pPr/>
            <a:r>
              <a:t>Strategi Taktikal Menggunakan Data</a:t>
            </a:r>
          </a:p>
          <a:p>
            <a:pPr/>
            <a:r>
              <a:t>Case Study &amp; Contoh Aplikasi</a:t>
            </a:r>
          </a:p>
          <a:p>
            <a:pPr/>
            <a:r>
              <a:t>Kesimpulan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Data dalam Politik: Era Baru Kempen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Volume Data Besar-besaran</a:t>
            </a:r>
          </a:p>
          <a:p>
            <a:pPr lvl="1"/>
            <a:r>
              <a:t>Jutaan posting media sosial setiap hari</a:t>
            </a:r>
          </a:p>
          <a:p>
            <a:pPr lvl="1"/>
            <a:r>
              <a:t>10 platform: Facebook, Instagram, X, TikTok, YouTube, LinkedIn, News, Lowyat, Shopee, Lazada</a:t>
            </a:r>
          </a:p>
          <a:p>
            <a:pPr/>
            <a:r>
              <a:t>✅ Kelajuan &amp; Masa Nyata (Real-time)</a:t>
            </a:r>
          </a:p>
          <a:p>
            <a:pPr lvl="1"/>
            <a:r>
              <a:t>Sentiment berubah dalam masa nyata</a:t>
            </a:r>
          </a:p>
          <a:p>
            <a:pPr lvl="1"/>
            <a:r>
              <a:t>Crisis detection dalam minit</a:t>
            </a:r>
          </a:p>
          <a:p>
            <a:pPr/>
            <a:r>
              <a:t>✅ Kepelbagaian Data</a:t>
            </a:r>
          </a:p>
          <a:p>
            <a:pPr lvl="1"/>
            <a:r>
              <a:t>Text, images, videos, engagement metrics</a:t>
            </a:r>
          </a:p>
          <a:p>
            <a:pPr lvl="1"/>
            <a:r>
              <a:t>Multilingual: Malay, English, Chinese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