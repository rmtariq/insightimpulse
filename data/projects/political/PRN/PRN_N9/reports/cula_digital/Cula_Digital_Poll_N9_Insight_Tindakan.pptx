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5"/>
  </p:normalViewPr>
  <p:slideViewPr>
    <p:cSldViewPr snapToGrid="0" snapToObjects="1">
      <p:cViewPr varScale="1">
        <p:scale>
          <a:sx n="114" d="100"/>
          <a:sy n="114" d="100"/>
        </p:scale>
        <p:origin x="16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03366"/>
                </a:solidFill>
              </a:defRPr>
            </a:pPr>
            <a:r>
              <a:t>Cula Digital · Poll FB N9</a:t>
            </a:r>
          </a:p>
          <a:p>
            <a:pPr>
              <a:spcAft>
                <a:spcPts val="800"/>
              </a:spcAft>
              <a:defRPr sz="2000" b="0">
                <a:solidFill>
                  <a:srgbClr val="16A34A"/>
                </a:solidFill>
              </a:defRPr>
            </a:pPr>
            <a:r>
              <a:t>Insight Operasi &amp; Cadangan Tindakan Momentum 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</a:defRPr>
            </a:pPr>
            <a:r>
              <a:t>526 komen · 7 post · 2,302 engagement</a:t>
            </a:r>
          </a:p>
          <a:p>
            <a:pPr>
              <a:spcAft>
                <a:spcPts val="800"/>
              </a:spcAft>
              <a:defRPr sz="1300" b="0">
                <a:solidFill>
                  <a:srgbClr val="64748B"/>
                </a:solidFill>
              </a:defRPr>
            </a:pPr>
            <a:r>
              <a:t>3-tier: Jelas + Debat→condong + Tidak Jelas→assumption</a:t>
            </a:r>
          </a:p>
          <a:p>
            <a:pPr>
              <a:spcAft>
                <a:spcPts val="800"/>
              </a:spcAft>
              <a:defRPr sz="1200" b="0">
                <a:solidFill>
                  <a:srgbClr val="64748B"/>
                </a:solidFill>
              </a:defRPr>
            </a:pPr>
            <a:r>
              <a:t>Dijana: 2026-07-02 22:40:45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Cula Digital N9 · Bukan polling SPR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Cara Baca Laporan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1E293B"/>
                </a:solidFill>
              </a:defRPr>
            </a:pPr>
            <a:r>
              <a:t>• Data: 7 post WhatsApp (FB) — Rembau, Chembong, Kota, Port Dickson, Labu, Inche Curry.</a:t>
            </a:r>
          </a:p>
          <a:p>
            <a:pPr>
              <a:spcAft>
                <a:spcPts val="1200"/>
              </a:spcAft>
              <a:defRPr sz="1500" b="0">
                <a:solidFill>
                  <a:srgbClr val="1E293B"/>
                </a:solidFill>
              </a:defRPr>
            </a:pPr>
            <a:r>
              <a:t>• 3 peringkat label: Jelas (A/B) · Debat→condong (keyword) · Tidak Jelas→assumption (sentiment+emosi).</a:t>
            </a:r>
          </a:p>
          <a:p>
            <a:pPr>
              <a:spcAft>
                <a:spcPts val="1200"/>
              </a:spcAft>
              <a:defRPr sz="1500" b="0">
                <a:solidFill>
                  <a:srgbClr val="1E293B"/>
                </a:solidFill>
              </a:defRPr>
            </a:pPr>
            <a:r>
              <a:t>• Angka UTAMA = semua 526 komen (Tidak Jelas sudah dipecahkan). Baris 'keyword' = tanpa assumption.</a:t>
            </a:r>
          </a:p>
          <a:p>
            <a:pPr>
              <a:spcAft>
                <a:spcPts val="1200"/>
              </a:spcAft>
              <a:defRPr sz="1500" b="0">
                <a:solidFill>
                  <a:srgbClr val="1E293B"/>
                </a:solidFill>
              </a:defRPr>
            </a:pPr>
            <a:r>
              <a:t>• Debat ≠ atas pagar — debat = condong naratif (Pro-PAS / Pro-PH / MN / Solo).</a:t>
            </a:r>
          </a:p>
          <a:p>
            <a:pPr>
              <a:spcAft>
                <a:spcPts val="1200"/>
              </a:spcAft>
              <a:defRPr sz="1500" b="0">
                <a:solidFill>
                  <a:srgbClr val="1E293B"/>
                </a:solidFill>
              </a:defRPr>
            </a:pPr>
            <a:r>
              <a:t>• Bukan polling SPR — petunjuk naratif digital untuk tindakan lapangan &amp; socmed.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Cula Digital N9 · Bukan polling SPR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Ringkasan Eksekutif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03366"/>
                </a:solidFill>
              </a:defRPr>
            </a:pPr>
            <a:r>
              <a:t>526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Jumlah komen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328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03366"/>
                </a:solidFill>
              </a:defRPr>
            </a:pPr>
            <a:r>
              <a:t>7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Post FB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6A34A"/>
                </a:solidFill>
              </a:defRPr>
            </a:pPr>
            <a:r>
              <a:t>2,302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Engagement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6A34A"/>
                </a:solidFill>
              </a:defRPr>
            </a:pPr>
            <a:r>
              <a:t>48.0%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Pro-PAS (MN/Solo)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82296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Naratif Pro-PAS dominan (48.0% drpd 458 komen MN/Solo) — momentum emosi positif/pro-PAS kuat walaupun jawapan A/B sedikit.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MN vs Solo (jawapan jelas A/B): MN 68% vs Solo 32% — rakyat condong MN bila jawab terus.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Pro-PH / kritik (19.4%) — perlu counter naratif tempatan, bukan debat agama semata.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Labu N20: Sokong PAS 76.5% (68 komen) — isyarat kuat calon PAS diterima.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Post paling panas: PAS Rembau (N27) — 311 komen, 1,157 engagement.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Cula Digital N9 · Bukan polling SPR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Soalan MN vs Solo — 458 Komen (6 Post)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402336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3366"/>
                </a:solidFill>
              </a:defRPr>
            </a:pPr>
            <a:r>
              <a:t>Semua komen (inc. assumption)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MN: 67 (14.6%)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Solo: 31 (6.8%)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Pro-PAS: 220 (48.0%)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Pro-PH: 89 (19.4%)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Masih Tidak Jelas: 51 (11.1%)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11480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4748B"/>
                </a:solidFill>
              </a:defRPr>
            </a:pPr>
            <a:r>
              <a:t>Keyword sahaja (rujukan)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</a:defRPr>
            </a:pPr>
            <a:r>
              <a:t>MN 67 · Solo 31 · Pro-PAS 34 · Pro-PH 26</a:t>
            </a:r>
          </a:p>
          <a:p>
            <a:pPr>
              <a:spcAft>
                <a:spcPts val="800"/>
              </a:spcAft>
              <a:defRPr sz="1200" b="0">
                <a:solidFill>
                  <a:srgbClr val="D97706"/>
                </a:solidFill>
              </a:defRPr>
            </a:pPr>
            <a:r>
              <a:t>MN 68% vs Solo 32% (keyword jelas+debat).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17520"/>
            <a:ext cx="822960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A34A"/>
                </a:solidFill>
              </a:defRPr>
            </a:pPr>
            <a:r>
              <a:t>Maksud operasi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Ramai tidak jawab A/B — mereka DEBAT. Pro-PAS 220 = ruang untuk galvanize sokongan, bukan anggap sudah menang. Tugas: tukar debat → jawapan MN (A) dengan mesej ringkas.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Solo hanya 31 (6.8%) — ancaman pecah undi solo rendah; fokus elakkan pecah dengan UMNO/BN melalui naratif MN.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Cula Digital N9 · Bukan polling SPR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Soalan PAS Labu (N20) — 68 Komen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A34A"/>
                </a:solidFill>
              </a:defRPr>
            </a:pPr>
            <a:r>
              <a:t>Sokong PAS 76% vs tak 10% · 9 masih tidak jelas (semua komen).</a:t>
            </a:r>
          </a:p>
          <a:p>
            <a:pPr>
              <a:spcAft>
                <a:spcPts val="1000"/>
              </a:spcAft>
              <a:defRPr sz="1600" b="0">
                <a:solidFill>
                  <a:srgbClr val="1E293B"/>
                </a:solidFill>
              </a:defRPr>
            </a:pPr>
            <a:r>
              <a:t>Sokong PAS: 52 · Tak sokong: 7 · Masih tidak jelas: 9</a:t>
            </a:r>
          </a:p>
          <a:p>
            <a:pPr>
              <a:spcAft>
                <a:spcPts val="800"/>
              </a:spcAft>
              <a:defRPr sz="1600" b="1">
                <a:solidFill>
                  <a:srgbClr val="003366"/>
                </a:solidFill>
              </a:defRPr>
            </a:pPr>
            <a:r>
              <a:t>Insight</a:t>
            </a:r>
          </a:p>
          <a:p>
            <a:pPr>
              <a:spcAft>
                <a:spcPts val="600"/>
              </a:spcAft>
              <a:defRPr sz="1400" b="0">
                <a:solidFill>
                  <a:srgbClr val="1E293B"/>
                </a:solidFill>
              </a:defRPr>
            </a:pPr>
            <a:r>
              <a:t>• Labu = kerusi PAS wajib (N20) — naratif digital menyokong calon PAS.</a:t>
            </a:r>
          </a:p>
          <a:p>
            <a:pPr>
              <a:spcAft>
                <a:spcPts val="600"/>
              </a:spcAft>
              <a:defRPr sz="1400" b="0">
                <a:solidFill>
                  <a:srgbClr val="1E293B"/>
                </a:solidFill>
              </a:defRPr>
            </a:pPr>
            <a:r>
              <a:t>• Tindakan: umum calon / calon shadow awal · program 'Labu for PAS' di lapangan.</a:t>
            </a:r>
          </a:p>
          <a:p>
            <a:pPr>
              <a:spcAft>
                <a:spcPts val="600"/>
              </a:spcAft>
              <a:defRPr sz="1400" b="0">
                <a:solidFill>
                  <a:srgbClr val="1E293B"/>
                </a:solidFill>
              </a:defRPr>
            </a:pPr>
            <a:r>
              <a:t>• Balas 7 kritik dengan fakta perkhidmatan tempatan (bukan debat agama online).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Cula Digital N9 · Bukan polling SPR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Pecahan 7 Post — Semua Komen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Halaman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Komen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Engagement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MN·Solo·Pro-PAS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PAS Rembau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MN32 S11 PP160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PAS Kawasan Rasah (soa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MN0 S0 PP0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Inche Curry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MN13 S10 PP22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Pemuda PAS Rembau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MN8 S6 PP21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PAS Kawasan Port Dicks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MN5 S4 PP11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PAS Chembong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MN6 S0 PP6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PAS DUN Kota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MN3 S0 PP0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Cula Digital N9 · Bukan polling SPR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Keutamaan DUN — Data Poll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85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Daerah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Komen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Ringkasan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Seremban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Sokong 52 / 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Rembau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Pro-PAS 28 · MN 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Rembau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Pro-PAS 181 · MN 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Rembau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Pro-PAS 0 · MN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Port Dickson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Pro-PAS 11 · MN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Cula Digital N9 · Bukan polling SPR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Tindakan Segera — 7 Hari (P1)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996696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Moderasi aktif post PAS Rembau (N27) — balas komen Pro-PH &amp; tanya semula: 'A MN atau B Solo?'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Admin FB + 2 sukarelawan · 2× sehari · KPI: 30 balasan berstruktur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27048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63624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27048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Siarkan infographic 1-slide: MN = elak pecah undi Melayu · PH kalah = matlamat bersama.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Media PAS N9 · hantar ke 6 page post · Jumaat petang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93976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130552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93976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Labu N20: program mini ceramah + tanya pendapat penduduk (echo soalan poll) — kumpul nama sukarelawan.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AJK DUN Labu · Sabtu/Ahad · sasaran 50 rumah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2697480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60904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Whatsapp group kempen: hantar 3 contoh jawapan A (MN) untuk petugas copy-paste balas komen.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Pemuda PAS Rembau + Chembong · hari 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Cula Digital N9 · Bukan polling SPR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Tindakan Momentum — 2–4 Minggu (P2)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996696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Ulang poll format A/B di page rendah engagement (N28 Kota, N33 PD) — 1 post/minggu.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Digital team · seed + crawl InsightPulse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27048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63624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27048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Debat Pro-PH tinggi di Inche Curry / Rembau — siapkan 5 fakta rebut tempatan (kos sara hidup, perkhidmatan).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Comms DUN N26/N27 · doc 1 muka surat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93976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130552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93976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Solo narrative: jangan serang UMNO publicly — guna 'MN lebih cerah' (data: Solo &lt;7%).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Narrative lead · brief semua admin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2697480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60904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Cula lapangan + digital sync: petugas catat condong MN/Solo/Pro-PAS di borang Modul #7 War Room.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HQ N9 · mingguan · banding poll vs 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Cula Digital N9 · Bukan polling SPR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Mesej Disyorkan — Ringkas &amp; Boleh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Balas komen debat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"Terima kasih pandangan. PRN ini yang penting PH kalah. Undi kami elak pecah — pilih MN (A). 💚"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Post susulan MN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"68% yang jawab terus pilih MN. Solo = risiko pecah undi. PH tetap jadi sasaran."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Labu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"Labu for PAS — naratif rakyat Labu sokong calon PAS. Fokus perkhidmatan, bukan fitnah."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Elak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"Jangan label 'atas pagar' — mereka debat. Ajak jawab A atau B."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Cula Digital N9 · Bukan polling SPR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Risiko &amp; Mitigasi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8102E"/>
                </a:solidFill>
              </a:defRPr>
            </a:pPr>
            <a:r>
              <a:t>Pro-PAS tinggi ≠ undi diurn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Galvanize: jemput komen → event/cula · tanda nama di lapangan</a:t>
            </a:r>
          </a:p>
          <a:p>
            <a:pPr>
              <a:spcAft>
                <a:spcPts val="400"/>
              </a:spcAft>
              <a:defRPr sz="1400" b="1">
                <a:solidFill>
                  <a:srgbClr val="C8102E"/>
                </a:solidFill>
              </a:defRPr>
            </a:pPr>
            <a:r>
              <a:t>Pro-PH 19% di debat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Fakta tempatan · elak ad hominem · highlight perpaduan MN</a:t>
            </a: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t>51+9 masih tidak jelas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Follow-up comment dengan soalan closed: A atau B?</a:t>
            </a: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t>Over-claim di media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Sentiasa footnote: naratif socmed, bukan polling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Cula Digital N9 · Bukan polling SPR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1155</Words>
  <Application>Microsoft Macintosh PowerPoint</Application>
  <PresentationFormat>On-screen Show (4:3)</PresentationFormat>
  <Paragraphs>166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 Mohd Tariqi Raja Lope Ahmad</cp:lastModifiedBy>
  <cp:revision>2</cp:revision>
  <dcterms:created xsi:type="dcterms:W3CDTF">2013-01-27T09:14:16Z</dcterms:created>
  <dcterms:modified xsi:type="dcterms:W3CDTF">2026-07-02T14:50:29Z</dcterms:modified>
  <cp:category/>
</cp:coreProperties>
</file>