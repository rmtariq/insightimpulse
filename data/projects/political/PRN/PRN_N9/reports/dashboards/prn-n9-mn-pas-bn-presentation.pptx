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Perbincangan Muafakat PAS + BN/UMNO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A7F5A"/>
                </a:solidFill>
              </a:defRPr>
            </a:pPr>
            <a:r>
              <a:t>PRN Negeri Sembilan 2026 — Justifikasi 36 Kerusi DUN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PAS 13 kerusi · UMNO/BN 23 kerusi · Majoriti 19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InsightPulse Analytics Platform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2026-06-25 18:30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Agenda Perbincangan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Konteks PRN N9 2026 · Peluang Majoriti 7-bloc · Panduan senario terbaik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Ringkasan MATRIX 36×7 (N01–N36) — semua kerusi satu pandangan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Agihan MN: PAS/PN 13 · UMNO/BN 23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Detail 36 kerusi × 2 slide: justifikasi hybrid + 7 senario penuh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Kerusi ⚠ perbincangan · nota penafian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Konteks PRN Negeri Sembilan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36 kerusi DUN · Majoriti untuk bentuk kerajaan: 19 kerusi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Penamaan calon: 18 Julai 2026 · Undi awal: 28 Julai · Mengundi: 1 Ogos 2026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Cadangan muafakat: PAS contest 13 · UMNO/BN contest 23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Objektif: elak pecah undi, maksimumkan peluang 1-vs-1 vs PH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Bahan ini untuk perbincangan dalaman PAS–UMNO — bukan kenyataan awam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Landskap PRN 2023 — Penyandang Semasa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PH (DAP/PKR/Amanah): 17 kerusi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BN (UMNO/MCA/MIC): 14 kerusi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PN (PAS/Bersatu): 5 kerusi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Muafakat PAS+BN sasarkan flip kerusi PH + pertahan kerusi PN/BN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Agihan MN 13+23 mengambil kira profil demografi &amp; asal milik kerusi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Agihan MN — Ringkasan (PAS/PN 13 · UMNO/BN 23)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PAS/PN 13 kerusi (9 wajib + 4 berhasrat): PN 5 · BN 0 · PH 8 (asal milik)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UMNO/BN 23 kerusi: PH 9 · BN 14 · PN 0 (asal milik)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Purata ramalan kemenangan PAS (13 kerusi PAS/PN): 55.0%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Purata ramalan kemenangan UMNO (23 kerusi UMNO/BN): 53.1%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Ramalan = perbandingan PAS vs UMNO dalam senario muafakat 1-vs-1 vs 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Hybrid Model — Structured + Unstructured + ML/DL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HYBRID MODEL — gabungan data berstruktur + tidak berstruktur + ML/DL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Structured: SPR/DPI 36 DUN · DOSM MyCensus · ranking · PRN 2023 · cadangan MN · BNM OPR 2.75% · USD/MYR RM4.0695 · 29 API rasmi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Unstructured: 84,071 socmed rows · 36,466 posts · 47,605 komen · 124 artikel media (BM/EN/CN/Tamil) · 1,818 post N9-scoped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ML Pipeline: Apify crawl 6 platform (facebook, instagram, news, tiktok, x, youtube) → HuggingFace ft-Malay-bert sentiment + emotion + demographic proxy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Fusion per-DUN: socmed_by_dun + DPI demo_mix nudge · 7-bloc coalition (MN default) · DPI Melayu 59.4% vs socmed 78.2% (+18.8pp)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Output: Skor analitik per kerusi → ramalan PAS/PN 13 / UMNO/BN 23 · P(MN majoriti) ~68%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Jumlah titik data: 168,266+ · engagement 169.5M · bukan polling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Demografi Hybrid — DPI vs Naratif Socmed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Melayu DPI 59.4% vs socmed 78.2% (+18.8pp) · bandar/campuran 17.8%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Melayu DPI 59.4% vs socmed 78.2% (+18.8pp)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Nudge diterapkan pada bar Peluang Majoriti (#1 PAS · #3 MN · #4/#7 PN · #5 PH)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Naratif Melayu +18.8pp vs DPI (+3%)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Skew Melayu → MN (+3%)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Skew Melayu → PN (+2%)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Production bundle: 2026-06-25 17:55:22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Peluang Majoriti Kerajaan N9 — 7 Senario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832104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P(capai ≥19/36 kerusi) · bukan % undi · 7-bloc SPR+model · Bersama −3% PH · #4 PN tanpa Bersatu · #7 PN + Bersatu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98448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855F7"/>
                </a:solidFill>
              </a:defRPr>
            </a:pPr>
            <a:r>
              <a:t>#3 MN ★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298448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~20/36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335024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335024"/>
            <a:ext cx="1882749" cy="1645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45552" y="1298448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58%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#1 PAS Solo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828800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~20/36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865376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865376"/>
            <a:ext cx="1752904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1828800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22C55E"/>
                </a:solidFill>
              </a:defRPr>
            </a:pPr>
            <a:r>
              <a:t>54%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359152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#7 PN (+ Bersatu)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359152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~19/36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2395728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80" y="2395728"/>
            <a:ext cx="1623060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2359152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59669"/>
                </a:solidFill>
              </a:defRPr>
            </a:pPr>
            <a: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889503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#4 PN (tanpa Bersatu)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889503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~18.2/36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926079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2926079"/>
            <a:ext cx="1395831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2889503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0B981"/>
                </a:solidFill>
              </a:defRPr>
            </a:pPr>
            <a:r>
              <a:t>43%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419856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#5 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419856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~16/36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3456432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80" y="3456432"/>
            <a:ext cx="876452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3419856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3B82F6"/>
                </a:solidFill>
              </a:defRPr>
            </a:pPr>
            <a:r>
              <a:t>27%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950208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#2 UMNO Solo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950208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~16/36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80" y="3986784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3986784"/>
            <a:ext cx="779068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3950208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EF4444"/>
                </a:solidFill>
              </a:defRPr>
            </a:pPr>
            <a:r>
              <a:t>24%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480559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Risiko tiada majoriti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480559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tiada bloc ≥19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4517136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26280" y="4517136"/>
            <a:ext cx="454456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45552" y="4480559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F59E0B"/>
                </a:solidFill>
              </a:defRPr>
            </a:pPr>
            <a:r>
              <a:t>14%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5010912"/>
            <a:ext cx="3063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003366"/>
                </a:solidFill>
              </a:defRPr>
            </a:pPr>
            <a:r>
              <a:t>#6 Bersama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5010912"/>
            <a:ext cx="960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+0 flip MN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26280" y="5047488"/>
            <a:ext cx="324612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26280" y="5047488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45552" y="5010912"/>
            <a:ext cx="777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F59E0B"/>
                </a:solidFill>
              </a:defRPr>
            </a:pPr>
            <a:r>
              <a:t>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5989320"/>
            <a:ext cx="8321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★ #3 MN = senario HQ (elak pecah undi Melayu). Bar = P(capai 19 kerusi), bukan % popular vote.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Panduan Keputusan — Senario Terbaik?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1️⃣ MUAFakat MN (#3) ★ — P(majoriti) 58% · ~20/36 — DISYORKAN HQ: elak 3 penjuru, gabung undi PN+BN vs PH.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2️⃣ PAS Solo (#1) — 54% · hanya jika MN gagal dirunding; risiko pecah undi vs UMNO.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3️⃣ PN tanpa Bersatu (#4) — 43% · roster Team PN 2026 (PAS+Pejuang+Wawasan+Gerakan).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4️⃣ PN + Bersatu (#7) — 50% · bloc SPR penuh; lebih kuat di N20/N34 (jentera Bersatu).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5️⃣ Risiko hung parliament — 14% · rundingan pasca-undi jika tiada bloc ≥19.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RULE OF THUMB: Per kerusi — jika MN% &gt; PAS solo% → contest muafakat; jika PH kuat (DAP) → UMNO/BN contest.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Setiap slide DUN seterusnya papar 7 bar senario kerusi (model + SPR ✓) selari dashboard war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Skala Data &amp; Pipeline Analitik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168,266+ titik data digabungkan merentas 5 kategori sumber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Engagement: 169.5M · Socmed posts: 84,071 · Komen: 47,605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Media: 124 artikel crawled · 60 artikel ML Tier A · neg 40.0%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Pipeline: Crawl → ML Sentiment (HF) → Media NLP → DPI 36 DUN → Skor Analitik → Ramalan kerusi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Ekonomi: BNM OpenAPI · OpenDOSM · MIDA · Bursa — 29 endpoint registry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DPI: Disember 2025 (SPR DPI) · Ranking: 10 Jun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Senarai Data Digunakan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323088"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Sumber / Fail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Skala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Kegunaan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SPR / Demografi / DPI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Updates_Demografi pengundi N9 DPI Dec 2025.xlsx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DUN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Umur · jantina · bangsa · pengundi berdaftar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SPR / Demografi / DPI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Updates_Data DUN ikut ranking.xlsx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DUN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Profil pengundi · demografi · ranking DUN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SPR / Demografi / DPI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Updates_Cadangan kerusi - perbincangan MN.xlsx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calon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Cadangan MN 10 Jun 2026 · swap kerusi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SPR / Demografi / DPI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n9_dpi_updates.json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Merged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Reference JSON gabungan DPI + ranking + MN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SPR / Demografi / DPI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n9_seats_analytics.json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kerusi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Isu utama · kategori PAS · ramalan per DUN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SPR / Demografi / DPI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dosm_census_johor_n9.json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92 DUN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MyCensus 2020 — populasi · bandar/rural proxy per DUN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Socmed Master (Apify +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PAS_Break_Master_EXCO_Analyzed_20260625_000948.csv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84,071 rows · 169.5M engagement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Crawl 6 platform · sentiment · emotion · demographic label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Socmed Master (Apify +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socmed_by_dun_N9.json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DUN · 1818 post N9-scoped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Fusion per-DUN · demo_mix vs DPI · lean · isu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Socmed Master (Apify +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warroom_dun_N9_production.json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kerusi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pasWinProb · pasMnWinProb · hybrid demo insight · SPR 2023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Socmed Master (Apify +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Apify Actors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36,466 posts · 47,605 komen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Platform: facebook, instagram, news, tiktok, x, youtube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Socmed Master (Apify +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HuggingFace ML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ft-Malay-bert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Sentimen BM · emotion classifier · demographic proxy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Media &amp; News (Tier A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data/projects/political/PRN/PRN_N9/crawls/news/PRN_N…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124 artikel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BM · EN · Cina · Tamil · Ekonomi · Google News + direct scrape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Media &amp; News (Tier A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data/projects/political/PRN/PRN_N9/crawls/news_analy…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60 artikel ML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Sentimen 40.0% neg · mode ml_models</a:t>
                      </a:r>
                    </a:p>
                  </a:txBody>
                  <a:tcPr marL="38100" marR="38100"/>
                </a:tc>
              </a:tr>
              <a:tr h="32308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Media &amp; News (Tier A ML)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Sumber media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Tier 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Malay Mail · BH · Sin Chew · Oriental Daily · Harakah · FMT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Senarai Data Digunakan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325265"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Sumber / Fail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Skala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Kegunaan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BNM OpenAPI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OPR 2.75%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Kadar OPR · USD/MYR RM4.0695 · base rate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OpenDOSM / data.gov.my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CPI · GDP · MEI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Kos sara hidup negeri · indikator ekonomi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MIDA / Bursa registry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29 endpoints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Pelaburan NS · KLCI · Malaysia Open Data catalog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EconomicOutlook_api_endpoints_master.numbers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API map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Peta endpoint ekonomi rasmi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01_api_endpoints_master (1).csv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Registry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Malaysia Open Data reference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02_priority_status.csv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Registry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Malaysia Open Data reference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03_url_reference.csv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Registry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Malaysia Open Data reference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Makroekonomi &amp; Open Data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malaysia_opendata_api_reference (1).xlsx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Registry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Malaysia Open Data reference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PRN 2023 Baseline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PRN2023_NegeriSembilan_v2.xlsx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DUN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Penyandang · majoriti · parti · kategori margin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PRN 2023 Baseline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n9_scoresheet_streams_2023.json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36 DUN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Bloc votes PN/BN/PH · 7-bloc senario war room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PRN 2023 Baseline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Keputusan rasmi SPR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PRN 2023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Baseline keputusan &amp; majoriti penyandang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War Room Production Bundle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n9_production_bundle.json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2026-06-25 17:55:22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Hybrid fusion · coalition · KPI master crawl</a:t>
                      </a:r>
                    </a:p>
                  </a:txBody>
                  <a:tcPr marL="38100" marR="38100"/>
                </a:tc>
              </a:tr>
              <a:tr h="325267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War Room Production Bundle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PAS_Break_Master_EXCO_Analyzed_20260625_000948.csv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84,071 post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Sumber crawl terkini · dedupe Platform+ID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PAS/PN 13 Kerusi — Senarai Penuh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25265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Penyandang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Melayu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Ramalan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Chennah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51.84%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Berpeluang Menang (Usaha Padat)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Klawang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Amanah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67.85%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Boleh Berpeluang Menang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Serting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PN · 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79.5%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Boleh Berpeluang Menang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N10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Nilai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48.83%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PAS — Perlu Strategi Kempen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Sikamat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PKR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73.23%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Berpeluang Menang (Usaha Padat)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Ampangan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PKR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76.46%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Boleh Berpeluang Menang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Pilah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PKR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66.66%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Boleh Berpeluang Menang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N20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Labu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PN · Bersatu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79.21%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Berpeluang Menang (Usaha Padat)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Paroi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PN · 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79.9%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Boleh Berpeluang Menang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Bagan Pinang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PN · 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79.01%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Boleh Berpeluang Menang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Sri Tanjung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PKR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42.46%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PAS — Perlu Strategi Kempen</a:t>
                      </a:r>
                    </a:p>
                  </a:txBody>
                  <a:tcPr marL="38100" marR="38100"/>
                </a:tc>
              </a:tr>
              <a:tr h="325265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Gemas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PN · Bersatu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85.0%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PAS — Berpeluang Menang (Usaha Padat)</a:t>
                      </a:r>
                    </a:p>
                  </a:txBody>
                  <a:tcPr marL="38100" marR="38100"/>
                </a:tc>
              </a:tr>
              <a:tr h="32526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Repah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41.79%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PAS — Perlu Strategi Kempen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UMNO/BN 23 Kerusi — Senarai Penuh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27777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Penyandang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Melayu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Ramalan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Pertang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71.44%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Sungai Lui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84.83%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 Contest Jangka Panjang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Palong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92.96%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 Contest Jangka Panjang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Jeram Padang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57.55%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Bahau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31.63%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N09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Lenggeng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79.57%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 Contest Jangka Panjang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Lobak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6.72%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Temiang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42.18%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Juasseh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82.74%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Seri Menanti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95.69%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 Contest Jangka Panjang</a:t>
                      </a:r>
                    </a:p>
                  </a:txBody>
                  <a:tcPr marL="38100" marR="38100"/>
                </a:tc>
              </a:tr>
              <a:tr h="327777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Senaling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81.87%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27780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N19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Johol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78.57%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UMNO/BN 23 Kerusi — Senarai Penuh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30708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Penyandang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Melayu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Ramalan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Bukit Kepayang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29.76%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Rahang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33.03%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Mambau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15.11%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Seremban Jaya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26.69%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Chembong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83.8%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Rantau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57.99%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Kota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88.59%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N29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Chuah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PKR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25.3%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N30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Lukut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PH · DAP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26.03%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✅ UMNO/BN Boleh Berpeluang Menang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Linggi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65.18%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  <a:tr h="330708"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N35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Gemencheh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BN · UMNO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63.38%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⚠ UMNO/BN Berpeluang (Contest Strategik)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Appendix — Matrix 36×7 Senario (Cara Baca)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Setiap sel = % model kerusi · ✓ = menang undi SPR 2023 · * = lead model terkuat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#1 PAS Solo · #2 UMNO Solo · #3 MN · #4 PN tanpa Bersatu · #7 PN + Bersatu · #5 PH · #6 Bersama (split %)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★Lead = senario model tertinggi untuk kerusi itu — banding dengan agihan MN (PAS/UMNO)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Matrix merangkumi 36 DUN — 2 slide (N01–N18 · N19–N36). Detail penuh: 2 slide/kerusi selepas jadual agihan.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Ringkasan 36 Kerusi × 7 Senario (N01 – N18)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90"/>
              </a:tblGrid>
              <a:tr h="27913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Agih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★Lead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Chennah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53.4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61.4*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59.4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61.4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Pertang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65.7✓*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63.7✓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13.1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Sungai Lui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59.6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40.4✓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69.6✓*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67.6✓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11.4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Klawang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57.1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42.9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71.1*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51.1✓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Serting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72.6✓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82.6✓*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80.6✓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82.6✓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17.8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Palong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41.9✓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68.1✓*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10.4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Jeram Padan…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52.8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62.8✓*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60.8✓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62.8✓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14.8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Bahau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50.4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56.4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68.7✓*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 PH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N09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Lenggeng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41.5✓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68.5✓*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12.1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N10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Nilai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50.4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62.400000000000006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70.1✓*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 PH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Lobak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54.3*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Temiang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55.3*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39.2✓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Sikamat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69.4*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67.4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Ampangan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57.8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42.2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71.8✓*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Juasseh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56.1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43.9✓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66.1✓*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11.7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Seri Menant…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10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Senaling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64.8✓*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62.8✓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11.8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44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Pilah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69.9*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67.9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51.9✓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Ringkasan 36 Kerusi × 7 Senario (N19 – N36)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83"/>
                <a:gridCol w="773090"/>
              </a:tblGrid>
              <a:tr h="27913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Agih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#6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★Lead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N19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Johol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57.7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42.3✓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67.7✓*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67.7✓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12.2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N20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Labu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61.3✓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20.7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71.3✓*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69.3✓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Bukit Kepay…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55.6*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40.7✓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Rahang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54.4*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39.6✓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Mambau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54.3*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43.2✓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Seremban…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50.4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56.4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71.1✓*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 PH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Paroi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70.9✓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10.2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92✓*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90✓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18.9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Chembong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51.4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59.4✓*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57.4✓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59.4✓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11.5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Rantau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53.9✓*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49.1✓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32.1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Kota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65.5✓*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63.5✓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65.5✓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10.9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N29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Chuah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54.4*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49.6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41.5✓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N30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Lukut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44.8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55.2*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40.3✓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Bagan Pinan…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70.5✓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10.3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92✓*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90✓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92✓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19.2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Linggi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54.2✓*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46.8✓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48.8✓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32.6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 UMNO…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N33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Sri Tanjung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54.2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45.8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68.2*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68.2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58.2✓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Gemas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60.3✓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21.7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70.3✓*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68.3✓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70.3✓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18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32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N35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Gemencheh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UMN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56.4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43.6✓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66.4✓*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64.4✓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66.4✓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14.1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  <a:tr h="279144"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N36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Repah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PAS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52.9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47.1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66.9*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64.9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66.9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62.7✓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3s</a:t>
                      </a:r>
                    </a:p>
                  </a:txBody>
                  <a:tcPr marL="38100" marR="38100"/>
                </a:tc>
                <a:tc>
                  <a:txBody>
                    <a:bodyPr wrap="square"/>
                    <a:lstStyle/>
                    <a:p>
                      <a:pPr>
                        <a:defRPr sz="600"/>
                      </a:pPr>
                      <a:r>
                        <a:t>3 MN</a:t>
                      </a:r>
                    </a:p>
                  </a:txBody>
                  <a:tcPr marL="38100" marR="381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Justifikasi Terperinci — PAS/PN 13 Kerusi (2 slide/kerusi)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Slide 1: justifikasi hybrid · demografi · skor analitik · panel 7 senario ringkas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Slide 2: 7 senario PENUH — bar besar · ✓ SPR · ▸ LEAD model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9 wajib + 4 berhasrat — 26 slide seterusnya (13 ×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N01 Chennah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50.4/100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Anthony Loke Siew Fook · maj 2,200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51.84%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45.96%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2.2%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11.6%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25.8%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A7F5A"/>
                </a:solidFill>
              </a:defRPr>
            </a:pPr>
            <a:r>
              <a:t>PAS — Berpeluang Menang (Usaha Padat)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PAS 52.1% vs UMNO 45.0% (+7.1%)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(DAP): tanpa calon UMNO, undi anti-PH Melayu beralih ke PAS — UMNO solo di sini ~45.0%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Cina 46%: turnout PH mungkin rendah (marah DAP-UMNO); muafakat tidak pecah undi Cina ke UMNO.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459985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53.4%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274070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46.6%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678710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61.4%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624029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59.4%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678710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61.4%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517401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55.5%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urban/profesion… · Cina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Chennah — kos hidup, parking, banjir · Socmed: 1 mention · 128 eng · neg 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(35.0/100) · Isu: Kos hidup bandar · Banjir/parking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 — muafakat PAS+BN pecah blok PH; 1-vs-1 realistik.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 — Melayu 51.84%; muafakat PAS+BN pecah blok PH.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14,427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51.84% · Cina 45.96% · India 2.2%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Anthony Loke Siew Fook · majoriti 2,200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 mention · 128 eng · neg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(+48pp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61.4% &gt; PAS solo 53.4% (+8.0pp) · Lead: PAS solo vs UMNO (+6.8pp)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N01 Chennah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Anthony Loke Siew Fook · majoriti 2,200 · Melayu 51.84%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832079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53.4%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47144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46.6%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256361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61.4%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15029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59.4%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256361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61.4%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[SPR]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2943453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55.5%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61.4% &gt; PAS solo 53.4% (+8.0pp) · Lead: PAS solo vs UMNO (+6.8pp)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N04 Klawang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68.0/100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Amanah — Bakri Sawir · maj 577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67.85%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28.64%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3.49%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14.0%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23.8%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A7F5A"/>
                </a:solidFill>
              </a:defRPr>
            </a:pPr>
            <a:r>
              <a:t>PAS —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PAS 60.6% vs UMNO 45.4% (+15.2%)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68%: muafakat PAS+BN satukan undi Melayu — UMNO tidak bertanding, elak pecah undi.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Profil pengundi &amp; sentiment lapangan: data DPI + media sosial menyokong mobilisasi padat di kawasan ini.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561145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57.1%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172910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42.9%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943913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71.1%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889232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69.1%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943913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71.1%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397102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51.1%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urban/profesion… · Melayu rural/pedalaman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LBN/Jelebu · Kos sara hidup / ekonomi mikro · Socmed: 5 mention · 757 eng · neg 40.0%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Mixed/Swing (50.0/100)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Majoriti sangat sempit (577) — kerusi flip dengan gerak kerja padat.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(Amanah) — muafakat PAS+BN pecah blok PH; 1-vs-1 realistik.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(Amanah) — Melayu 67.85%; muafakat PAS+BN pecah blok PH.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13,329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67.85% · Cina 28.64% · India 3.49% · Lain 0.02%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Amanah — Bakri Sawir · majoriti 577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5 mention · 757 eng · neg 40.0%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(+32pp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71.1% &gt; PAS solo 57.1% (+14.0pp) · Lead: PAS solo vs UMNO (+14.2pp)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N04 Klawang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Amanah — Bakri Sawir · majoriti 577 · Melayu 67.85%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3028309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57.1%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27521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42.9%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770802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71.1%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66473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69.1%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770802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71.1%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[SPR]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271009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51.1%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71.1% &gt; PAS solo 57.1% (+14.0pp) · Lead: PAS solo vs UMNO (+14.2pp)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N05 Serting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82.3/100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PAS — Mohd Fairuz Mohd Isa · maj 843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79.5%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12.57%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7.93%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A7F5A"/>
                </a:solidFill>
              </a:defRPr>
            </a:pPr>
            <a:r>
              <a:t>PAS —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PAS 62.7% vs UMNO 46.8% (+15.9%)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80%: muafakat PAS+BN satukan undi Melayu — UMNO tidak bertanding, elak pecah undi.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Profil pengundi &amp; sentiment lapangan: data DPI + media sosial menyokong mobilisasi padat di kawasan ini.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984924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72.6%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262469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9.6%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2258330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82.6%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2203649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80.6%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2258330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82.6%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486661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17.8%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FELDA Serting — harga getah/komoditi, klinik · Socmed: 9 mention · 846 eng · neg 22.2%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FELDA/getah · Akses klinik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PAS PRN 2023 — pertahanan wajib dalam agihan MN PAS/PN 13 kerusi.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PN (PAS) — pertahanan wajib; elak 3 penjuru.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30,593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79.5% · Cina 12.57% · India 7.93%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PN · PAS — Mohd Fairuz Mohd Isa · majoriti 843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9 mention · 846 eng · neg 22.2%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(+20pp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82.6% &gt; PAS solo 72.6% (+10.0pp) · Lead: PAS solo vs UMNO (+63.0pp)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N05 Serting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PAS — Mohd Fairuz Mohd Isa · majoriti 843 · Melayu 79.5%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[SPR]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3850355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72.6%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509137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4380707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82.6%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4274637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80.6%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4380707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82.6%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944026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17.8%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82.6% &gt; PAS solo 72.6% (+10.0pp) · Lead: PAS solo vs UMNO (+63.0pp)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N10 Nilai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36.5/100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Arul Kumar Jambunathan · maj 10,889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48.83%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31.55%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19.61%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22.5%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14.9%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A7F5A"/>
                </a:solidFill>
              </a:defRPr>
            </a:pPr>
            <a:r>
              <a:t>PAS — Perlu Strategi Kempen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PAS 47.0% vs UMNO 40.7% (+6.3%)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Rendah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Nilai: zon kilang &amp; pekerja Melayu — muafakat 1-vs-1 vs PKR; model analitik ~47.0% vs UMNO solo ~40.7%.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(DAP): tanpa calon UMNO, undi anti-PH Melayu beralih ke PAS — UMNO solo di sini ~40.7% sahaja.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377964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50.4%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356091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49.6%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760732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64.4%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70605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62.4%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760732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64.4%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3B82F6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916573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3B82F6"/>
                </a:solidFill>
              </a:defRPr>
            </a:pPr>
            <a:r>
              <a:t>70.1%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urban/profesion… · Cina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Nilai — industrial/manufacturing, pekerja kilang halal · Socmed: 2 mention · 282 eng · neg 50.0%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Mixed/Swing (50.0/100)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 — muafakat PAS+BN pecah blok PH; 1-vs-1 realistik.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45,487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48.83% · Cina 31.55% · India 19.61% · Lain 0.01%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Arul Kumar Jambunathan · majoriti 10,889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(+51pp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64.4% &gt; PAS solo 50.4% (+14.0pp) · Lead: PAS solo vs UMNO (+0.8pp)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N10 Nilai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Arul Kumar Jambunathan · majoriti 10,889 · Melayu 48.83%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672974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50.4%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630545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415466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A855F7"/>
                </a:solidFill>
              </a:defRPr>
            </a:pPr>
            <a:r>
              <a:t>64.4%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309396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62.4%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415466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64.4%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3B82F6"/>
                </a:solidFill>
              </a:defRPr>
            </a:pPr>
            <a:r>
              <a:t>#5 PH [SPR]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3717767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3B82F6"/>
                </a:solidFill>
              </a:defRPr>
            </a:pPr>
            <a:r>
              <a:t>70.1%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64.4% &gt; PAS solo 50.4% (+14.0pp) · Lead: PAS solo vs UMNO (+0.8pp)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N13 Sikamat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64.4/100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Aminuddin Harun · maj 2,662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73.23%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19.99%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6.73%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17.7%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17.5%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A7F5A"/>
                </a:solidFill>
              </a:defRPr>
            </a:pPr>
            <a:r>
              <a:t>PAS — Berpeluang Menang (Usaha Padat)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PAS 55.2% vs UMNO 43.4% (+11.8%)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73%: muafakat PAS+BN satukan undi Melayu — UMNO tidak bertanding, elak pecah undi.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(PKR): tanpa calon UMNO, undi anti-PH Melayu beralih ke PAS — UMNO solo di sini ~43.4% sahaja.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514667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55.4%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219388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44.6%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897434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69.4%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842753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67.4%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897434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69.4%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495528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54.7%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urban/profesion… · Melayu rural/pedalaman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Sikamat — industrial ring Seremban · Socmed: 11 mention · 15,533 eng · neg 27.3%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PAS/BN (60.0/100)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(PKR) — muafakat PAS+BN pecah blok PH; 1-vs-1 realistik.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(PKR) — Melayu 73.23%; muafakat PAS+BN pecah blok PH.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33,885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73.23% · Cina 19.99% · India 6.73% · Lain 0.05%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PKR — Aminuddin Harun · majoriti 2,662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11 mention · 15,533 eng · neg 27.3%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(+27pp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69.4% &gt; PAS solo 55.4% (+14.0pp) · Lead: PAS solo vs UMNO (+10.8pp)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N13 Sikamat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Aminuddin Harun · majoriti 2,662 · Melayu 73.23%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938150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55.4%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365369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44.6%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680642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69.4%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57457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67.4%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680642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69.4%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[SPR]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2901025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54.7%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69.4% &gt; PAS solo 55.4% (+14.0pp) · Lead: PAS solo vs UMNO (+10.8pp)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N14 Ampangan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68.6/100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Tengku Zamrah Tengku Sulaiman · maj 329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76.46%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16.74%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6.75%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24.5%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A7F5A"/>
                </a:solidFill>
              </a:defRPr>
            </a:pPr>
            <a:r>
              <a:t>PAS —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PAS 58.1% vs UMNO 44.9% (+13.2%)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76%: muafakat PAS+BN satukan undi Melayu — UMNO tidak bertanding, elak pecah undi.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(PKR): tanpa calon UMNO, undi anti-PH Melayu beralih ke PAS — UMNO solo di sini ~44.9% sahaja.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580284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57.8%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153771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42.2%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963052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71.8%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908371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69.8%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963052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71.8%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361559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49.8%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urban/profesion… · Melayu rural/pedalaman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Bandar Seremban · Kos sara hidup / ekonomi mikro · Socmed: 7 mention · 763 eng · neg 28.6%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PAS/BN (60.0/100)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Majoriti sangat sempit (329) — kerusi flip dengan gerak kerja padat.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(PKR) — muafakat PAS+BN pecah blok PH; 1-vs-1 realistik.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(PKR) — Melayu 76.46%; muafakat PAS+BN pecah blok PH.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21,338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76.46% · Cina 16.74% · India 6.75% · Lain 0.06%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PKR — Tengku Zamrah Tengku Sulaiman · majoriti 329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7 mention · 763 eng · neg 28.6%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(+9pp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71.8% &gt; PAS solo 57.8% (+14.0pp) · Lead: PAS solo vs UMNO (+15.6pp) · SPR 2023 menang: MN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N14 Ampangan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Tengku Zamrah Tengku Sulaiman · majoriti 329 · Melayu 76.46%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3065434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57.8%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238085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42.2%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807927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71.8%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701856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69.8%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807927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71.8%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2641152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49.8%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71.8% &gt; PAS solo 57.8% (+14.0pp) · Lead: PAS solo vs UMNO (+15.6pp) · SPR 2023 menang: MN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N18 Pilah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68.6/100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Noorzunita Begum Mohd Ibrahim · maj 1,079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66.66%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25.52%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7.81%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24.3%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A7F5A"/>
                </a:solidFill>
              </a:defRPr>
            </a:pPr>
            <a:r>
              <a:t>PAS —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PAS 56.1% vs UMNO 41.9% (+14.2%)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67%: muafakat PAS+BN satukan undi Melayu — UMNO tidak bertanding, elak pecah undi.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(PKR): tanpa calon UMNO, undi anti-PH Melayu beralih ke PAS — UMNO solo di sini ~41.9% sahaja.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528337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55.9%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205718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44.1%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911105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69.9%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856424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67.9%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911105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69.9%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418975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51.9%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urban/profesion… · Melayu rural/pedalaman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Adat/Pilah · Pilah tradisi · Socmed: 11 mention · 155,730 eng · neg 9.1%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Mixed/Swing (50.0/100) · Isu: Pilah tradisi · PH marginal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Kategori analitik: BOLEH MENANG — majoriti sempit + profil demografi menyokong flip.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(PKR) — muafakat PAS+BN pecah blok PH; 1-vs-1 realistik.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(PKR) — Melayu 66.66%; muafakat PAS+BN pecah blok PH.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17,963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66.66% · Cina 25.52% · India 7.81% · Lain 0.01%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PKR — Noorzunita Begum Mohd Ibrahim · majoriti 1,079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11 mention · 155,730 eng · neg 9.1%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(+33pp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69.9% &gt; PAS solo 55.9% (+14.0pp) · Lead: PAS solo vs UMNO (+11.8pp)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N18 Pilah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Noorzunita Begum Mohd Ibrahim · majoriti 1,079 · Melayu 66.66%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964667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55.9%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338852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44.1%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707160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69.9%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60109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67.9%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707160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69.9%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[SPR]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2752526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51.9%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69.9% &gt; PAS solo 55.9% (+14.0pp) · Lead: PAS solo vs UMNO (+11.8pp)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N20 Labu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60.6/100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Bersatu — Mohamad Hanifah Abu Baker · maj 1,640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79.21%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8.56%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12.22%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22.0%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14.6%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A7F5A"/>
                </a:solidFill>
              </a:defRPr>
            </a:pPr>
            <a:r>
              <a:t>PAS — Berpeluang Menang (Usaha Padat)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PAS 52.3% vs UMNO 41.1% (+11.2%)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79%: muafakat PAS+BN satukan undi Melayu — UMNO tidak bertanding, elak pecah undi.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Kawasan rural/LBN: isu agama, FELDA, komuniti setempat — medan muafakat lebih kuat.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675976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61.3%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565949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20.7%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949381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71.3%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89470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69.3%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949381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71.3%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49213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Labu — NILAI hi-tech; pekerja kilang · Socmed: 1 mention · 154 eng · neg 100.0%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(65.0/100) · Isu: NILAI manufacturing · Bersatu vs PAS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Kategori SUKAR — perlukan muafakat undi BN/PN; layak dalam 13 PAS/PN jika 1-vs-1 vs PH.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PN (Bersatu) — muafakat satukan calon PAS; elak split PN.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Bersatu — risiko 3 penjuru; MN mesti satukan calon.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32,575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79.21% · Cina 8.56% · India 12.22%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PN · Bersatu — Mohamad Hanifah Abu Baker · majoriti 1,640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 mention · 154 eng · neg 100.0%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(+21pp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71.3% &gt; PAS solo 61.3% (+10.0pp) · Lead: PAS solo vs UMNO (+40.6pp)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N20 Labu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Bersatu — Mohamad Hanifah Abu Baker · majoriti 1,640 · Melayu 79.21%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[SPR]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3251057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61.3%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1097828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20.7%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781409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71.3%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675339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69.3%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781409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71.3%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954633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71.3% &gt; PAS solo 61.3% (+10.0pp) · Lead: PAS solo vs UMNO (+40.6pp)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N25 Paroi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83.9/100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PAS — Kamarol Ridzuan Md Zain · maj 5,539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79.9%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6.82%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13.27%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20.9%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14.2%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A7F5A"/>
                </a:solidFill>
              </a:defRPr>
            </a:pPr>
            <a:r>
              <a:t>PAS —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PAS 61.5% vs UMNO 43.5% (+18.0%)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80%: muafakat PAS+BN satukan undi Melayu — UMNO tidak bertanding, elak pecah undi.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PAS PRN 2023: rekod perkhidmatan + mesin undi sedia — kelebihan berbanding calon BN hipotetik.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938445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70.9%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278873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10.2%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2515331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92%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246065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90%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2515331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92%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516736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Paroi — trafik, perumahan mampu milik · Socmed: 18 mention · 354,461 eng · neg 27.8%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(65.0/100) · Isu: Kos sara hidup bandar · Trafik Seremban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PAS PRN 2023 — pertahanan wajib dalam agihan MN PAS/PN 13 kerusi.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PN (PAS) — pertahanan wajib; elak 3 penjuru.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64,582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79.9% · Cina 6.82% · India 13.27% · Lain 0.01%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PN · PAS — Kamarol Ridzuan Md Zain · majoriti 5,539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18 mention · 354,461 eng · neg 27.8%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(+14pp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92.0% &gt; PAS solo 70.9% (+21.1pp) · Lead: PAS solo vs UMNO (+60.7pp)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N25 Paroi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PAS — Kamarol Ridzuan Md Zain · majoriti 5,539 · Melayu 79.9%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[SPR]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3760195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70.9%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540959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10.2%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4879238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47731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487923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92%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1002365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18.9%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92.0% &gt; PAS solo 70.9% (+21.1pp) · Lead: PAS solo vs UMNO (+60.7pp)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N31 Bagan Pinang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83.7/100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PAS — Abdul Fatah Zakaria · maj 3,426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79.01%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12.08%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8.91%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30.4%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A7F5A"/>
                </a:solidFill>
              </a:defRPr>
            </a:pPr>
            <a:r>
              <a:t>PAS —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PAS 61.4% vs UMNO 43.4% (+18.0%)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79%: muafakat PAS+BN satukan undi Melayu — UMNO tidak bertanding, elak pecah undi.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PAS PRN 2023: rekod perkhidmatan + mesin undi sedia — kelebihan berbanding calon BN hipotetik.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927509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70.5%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281607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10.3%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2515331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92%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246065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90%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2515331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92%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524938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19.2%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Bagan Pinang — pelancongan &amp; nelayan · Socmed: 20 mention · 137,946 eng · neg 15.0%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(65.0/100) · Isu: Pelancongan PD · Nelayan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PAS PRN 2023 — pertahanan wajib dalam agihan MN PAS/PN 13 kerusi.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PN (PAS) — pertahanan wajib; elak 3 penjuru.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27,926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79.01% · Cina 12.08% · India 8.91%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PN · PAS — Abdul Fatah Zakaria · majoriti 3,426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20 mention · 137,946 eng · neg 15.0%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Profil naratif socmed selari dengan demografi pengundi (DPI)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92.0% &gt; PAS solo 70.5% (+21.5pp) · Lead: PAS solo vs UMNO (+60.2pp)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N31 Bagan Pinang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PAS — Abdul Fatah Zakaria · majoriti 3,426 · Melayu 79.01%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[SPR]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3738981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70.5%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546262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10.3%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4879238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47731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487923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92%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1018275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19.2%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92.0% &gt; PAS solo 70.5% (+21.5pp) · Lead: PAS solo vs UMNO (+60.2pp)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N33 Sri Tanjung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43.7/100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Rajasekaran Gunnasekaran · maj 3,996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42.46%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32.95%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24.56%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24.4%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A7F5A"/>
                </a:solidFill>
              </a:defRPr>
            </a:pPr>
            <a:r>
              <a:t>PAS — Perlu Strategi Kempen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PAS 48.6% vs UMNO 41.4% (+7.2%)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(PKR): tanpa calon UMNO, undi anti-PH Melayu beralih ke PAS — UMNO solo di sini ~41.4%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Cina 33%: turnout PH mungkin rendah (marah DAP-UMNO); muafakat tidak pecah undi Cina ke UMNO.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481858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54.2%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252197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45.8%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864626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68.2%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80994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66.2%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864626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68.2%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59122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58.2%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urban/profesion… · Cina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Sri Tanjung — Port Dickson pantai, pelancong · Socmed: 2 mention · 282 eng · neg 50.0%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Mixed/Swing (50.0/100)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(PKR) — muafakat PAS+BN pecah blok PH; 1-vs-1 realistik.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19,585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42.46% · Cina 32.95% · India 24.56% · Lain 0.03%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PKR — Rajasekaran Gunnasekaran · majoriti 3,996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(+58pp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68.2% &gt; PAS solo 54.2% (+14.0pp) · Lead: PAS solo vs UMNO (+8.4pp)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N33 Sri Tanjung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Rajasekaran Gunnasekaran · majoriti 3,996 · Melayu 42.46%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874507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54.2%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429012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45.8%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617000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68.2%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51093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66.2%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617000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68.2%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[SPR]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308664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58.2%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68.2% &gt; PAS solo 54.2% (+14.0pp) · Lead: PAS solo vs UMNO (+8.4pp)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N34 Gemas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57.6/100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Bersatu — Ridzuan Ahmad · maj 3,120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85.0%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10.39%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4.6%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A7F5A"/>
                </a:solidFill>
              </a:defRPr>
            </a:pPr>
            <a:r>
              <a:t>PAS — Berpeluang Menang (Usaha Padat)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PAS 51.7% vs UMNO 38.8% (+12.9%)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85%: muafakat PAS+BN satukan undi Melayu — UMNO tidak bertanding, elak pecah undi.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Kawasan rural/LBN: isu agama, FELDA, komuniti setempat — medan muafakat lebih kuat.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648635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60.3%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593290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21.7%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922041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70.3%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86736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68.3%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922041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70.3%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49213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Gemas — sempadan NS-Johor; FELDA · Socmed: 4 mention · 387 eng · neg 25.0%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FELDA Gemas · Komuter NS-Johor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Kategori SUKAR — perlukan muafakat undi BN/PN; layak dalam 13 PAS/PN jika 1-vs-1 vs PH.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PN (Bersatu) — muafakat satukan calon PAS; elak split PN.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Bersatu — risiko 3 penjuru; MN mesti satukan calon.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29,235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85.0% · Cina 10.39% · India 4.6%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PN · Bersatu — Ridzuan Ahmad · majoriti 3,120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4 mention · 387 eng · neg 25.0%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(+15pp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70.3% &gt; PAS solo 60.3% (+10.0pp) · Lead: PAS solo vs UMNO (+38.6pp)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N34 Gemas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PN · Bersatu — Ridzuan Ahmad · majoriti 3,120 · Melayu 85.0%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 [SPR]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3198022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60.3%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1150863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21.7%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72837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70.3%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622304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68.3%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728374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70.3%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954633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70.3% &gt; PAS solo 60.3% (+10.0pp) · Lead: PAS solo vs UMNO (+38.6pp)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N36 Repah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40.3/100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Veerapan Superamaniam · maj 5,950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41.79%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41.8%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16.39%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13.3%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21.9%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0FDF4"/>
          </a:solidFill>
          <a:ln>
            <a:solidFill>
              <a:srgbClr val="1A7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A7F5A"/>
                </a:solidFill>
              </a:defRPr>
            </a:pPr>
            <a:r>
              <a:t>PAS — Perlu Strategi Kempen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PAS 47.9% vs UMNO 41.9% (+6.0%)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Rendah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(DAP): tanpa calon UMNO, undi anti-PH Melayu beralih ke PAS — UMNO solo di sini ~41.9%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Cina 42%: turnout PH mungkin rendah (marah DAP-UMNO); muafakat tidak pecah undi Cina ke UMNO.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Wajib: pastikan tiada calon UMNO/BN — 1-vs-1 vs PH sahaja.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Intensifkan kempen lapangan 6 minggu akhir; target kehadiran pengundi ≥75%.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446315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52.9%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287740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47.1%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829083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66.9%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774402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64.9%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829083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66.9%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714253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62.7%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Cina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Repah/Tampin — sempadan Johor · Socmed: 2 mention · 282 eng · neg 50.0%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PH/Bandar (35.0/100)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PAS?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 — muafakat PAS+BN pecah blok PH; 1-vs-1 realistik.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27,830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41.79% · Cina 41.8% · India 16.39% · Lain 0.03%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Veerapan Superamaniam · majoriti 5,950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(+58pp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66.9% &gt; PAS solo 52.9% (+14.0pp) · Lead: PAS solo vs UMNO (+5.8pp)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N36 Repah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1A7F5A"/>
                </a:solidFill>
              </a:defRPr>
            </a:pPr>
            <a:r>
              <a:t>PAS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Veerapan Superamaniam · majoriti 5,950 · Melayu 41.79%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805562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52.9%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497957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47.1%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54805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66.9%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441984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64.9%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548054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66.9%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[SPR]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3325307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62.7%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66.9% &gt; PAS solo 52.9% (+14.0pp) · Lead: PAS solo vs UMNO (+5.8pp)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Justifikasi Terperinci — UMNO/BN 23 Kerusi (2 slide/kerusi)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Slide 1: contest strategik vs PH · profil muhibbah · panel ringkas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Slide 2: 7 senario detail penuh per kerusi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46 slide seterusnya (23 ×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N02 Pertang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67.8/100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Jalaluddin Alias · maj 2,790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71.44%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22.07%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11.9%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21.3%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48.5% vs PAS 40.4% (+8.1%)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Kohort — Melayu urban/profesional: PH/Bebas, atau tidak keluar mengundi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522869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55.7%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211186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44.3%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796274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65.7%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741593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63.7%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796274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65.7%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358161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13.1%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urban/profesion… · Melayu rural/pedalaman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LBN/Jelebu · Kos sara hidup / ekonomi mikro · Socmed: 4 mention · 585 eng · neg 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Pertang — UMNO/BN pertahan kerusi menang 2023; Melayu rural, UMNO tradisi kuat.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12,880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71.44% · Cina 22.07% · India 6.5%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Jalaluddin Alias · majoriti 2,790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4 mention · 585 eng · neg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(+29pp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65.7% &gt; PAS solo 55.7% (+10.0pp) · Lead: PAS solo vs UMNO (+11.4pp)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N02 Pertang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Jalaluddin Alias · majoriti 2,790 · Melayu 71.44%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954060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55.7%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[SPR]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349459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484412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65.7%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37834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63.7%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484412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65.7%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694761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13.1%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65.7% &gt; PAS solo 55.7% (+10.0pp) · Lead: PAS solo vs UMNO (+11.4pp)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N03 Sungai Lui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73.7/100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Razi Mohd Ali · maj 535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84.83%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7.19%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7.98%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18.9%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 Contest Jangka Panjang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47% vs PAS 40.6% (+6.4%)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629497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59.6%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104558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40.4%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902902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69.6%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848221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67.6%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902902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69.6%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311682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11.4%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Sungai Lui — FELDA &amp; ladang kecil · Socmed: 3 mention · 545 eng · neg 33.3%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Majoriti sempit · Swing Melayu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Sungai Lui — UMNO/BN pertahan kerusi menang 2023; FELDA/rural, mesin BN sedia.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19,711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84.83% · Cina 7.19% · India 7.98%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Mohd Razi Mohd Ali · majoriti 535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3 mention · 545 eng · neg 33.3%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(+15pp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69.6% &gt; PAS solo 59.6% (+10.0pp) · Lead: PAS solo vs UMNO (+19.2pp)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N03 Sungai Lui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Razi Mohd Ali · majoriti 535 · Melayu 84.83%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3160897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59.6%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[SPR]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142622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40.4%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691249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69.6%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585179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67.6%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691249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69.6%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604601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11.4%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69.6% &gt; PAS solo 59.6% (+10.0pp) · Lead: PAS solo vs UMNO (+19.2pp)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N06 Palong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65.4/100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Mustapha Nagoor · maj 564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92.96%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1.92%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5.11%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10.6%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21.6%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 Contest Jangka Panjang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47.5% vs PAS 40.3% (+7.2%)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588486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58.1%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145569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41.9%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861892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68.1%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807211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66.1%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861892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68.1%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284341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10.4%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FELDA/Jempol · Kos sara hidup / ekonomi mikro · Socmed: 1 mention · 128 eng · neg 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Palong — UMNO/BN pertahan kerusi menang 2023; FELDA Jempol, kubu BN.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23,548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92.96% · Cina 1.92% · India 5.11%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Mustapha Nagoor · majoriti 564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 mention · 128 eng · neg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Profil naratif socmed selari dengan demografi pengundi (DPI)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68.1% &gt; PAS solo 58.1% (+10.0pp) · Lead: PAS solo vs UMNO (+16.2pp)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N06 Palong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Mustapha Nagoor · majoriti 564 · Melayu 92.96%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3081345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58.1%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[SPR]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222174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41.9%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611697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68.1%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505626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611697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68.1%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551566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10.4%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68.1% &gt; PAS solo 58.1% (+10.0pp) · Lead: PAS solo vs UMNO (+16.2pp)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N07 Jeram Padang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53.9/100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Zaidy Abdul Kadir · maj 693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57.55%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10.25%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32.19%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15.5%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49.9% vs PAS 40.4% (+9.5%)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Kohort — Melayu urban/profesional: PH/Bebas, atau tidak keluar mengundi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443581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52.8%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290474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47.2%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716987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62.8%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66230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60.8%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716987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62.8%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40464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14.8%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urban/profesion… · India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FELDA/Jempol · Kos sara hidup / ekonomi mikro · Socmed: 6 mention · 464 eng · neg 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Mixed/Swing (50.0/100)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Jeram Padang — UMNO/BN pertahan kerusi menang 2023; rural Jempol.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16,539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57.55% · Cina 10.25% · India 32.19% · Lain 0.01%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Mohd Zaidy Abdul Kadir · majoriti 693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6 mention · 464 eng · neg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(+42pp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62.8% &gt; PAS solo 52.8% (+10.0pp) · Lead: PAS solo vs UMNO (+5.6pp)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N07 Jeram Padang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Zaidy Abdul Kadir · majoriti 693 · Melayu 57.55%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80025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[SPR]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50326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47.2%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330610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62.8%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22454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60.8%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330610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62.8%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784920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14.8%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62.8% &gt; PAS solo 52.8% (+10.0pp) · Lead: PAS solo vs UMNO (+5.6pp)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N08 Bahau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32.9/100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Teo Kok Seong · maj 8,408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31.63%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58.27%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10.1%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13.6%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23.9%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59.7% vs PAS 39.8% (+19.9%)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Penyandang/ kuat PH (Cina 58%):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Majoriti PH 8,408: PAS solo ~39.8% sahaja — BN/UMNO contest jangka panjang vs PH lebih realistik.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377964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50.4%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356091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49.6%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596688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58.4%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542007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56.4%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596688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58.4%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3B82F6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878296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3B82F6"/>
                </a:solidFill>
              </a:defRPr>
            </a:pPr>
            <a:r>
              <a:t>68.7%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Cina · Melayu rural/pedalaman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FELDA/Jempol · Kos sara hidup / ekonomi mikro · Socmed: 2 mention · 457 eng · neg 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Luar Bandar · condong PH/Bandar (15.0/100)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Bahau — cadangan UMNO/BN; DAP 2023, PAS opt-out. BN profil muhibbah vs PH.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31.63% — kerusi bandar berbilang kaum; BN/UMNO lebih sesuai contest PH.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25,951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31.63% · Cina 58.27% · India 10.1%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Teo Kok Seong · majoriti 8,408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457 eng · neg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(+68pp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58.4% &gt; PAS solo 50.4% (+8.0pp) · Lead: PAS solo vs UMNO (+0.8pp)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N08 Bahau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Teo Kok Seong · majoriti 8,408 · Melayu 31.63%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672974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50.4%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630545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097255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A855F7"/>
                </a:solidFill>
              </a:defRPr>
            </a:pPr>
            <a:r>
              <a:t>58.4%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299118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56.4%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097255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58.4%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3B82F6"/>
                </a:solidFill>
              </a:defRPr>
            </a:pPr>
            <a:r>
              <a:t>#5 PH [SPR]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364351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3B82F6"/>
                </a:solidFill>
              </a:defRPr>
            </a:pPr>
            <a:r>
              <a:t>68.7%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58.4% &gt; PAS solo 50.4% (+8.0pp) · Lead: PAS solo vs UMNO (+0.8pp)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N09 Lenggeng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69.5/100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Asna Amin · maj 685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79.57%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15.55%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4.88%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18.9%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 Contest Jangka Panjang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47.4% vs PAS 40.5% (+6.9%)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599422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58.5%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134633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41.5%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872828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68.5%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818147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66.5%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872828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68.5%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33082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12.1%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Bandar Seremban · Bandar Lenggeng · Socmed: 11 mention · 21,008 eng · neg 18.2%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PAS/BN (60.0/100) · Isu: Bandar Lenggeng · Kos hidup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Lenggeng — UMNO/BN pertahan kerusi menang 2023; semi-rural Seremban.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28,671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79.57% · Cina 15.55% · India 4.88%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Mohd Asna Amin · majoriti 685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11 mention · 21,008 eng · neg 18.2%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(+11pp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68.5% &gt; PAS solo 58.5% (+10.0pp) · Lead: PAS solo vs UMNO (+17.0pp)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N09 Lenggeng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Asna Amin · majoriti 685 · Melayu 79.57%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3102559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[SPR]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20096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632911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68.5%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52684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66.5%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632911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68.5%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641725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12.1%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68.5% &gt; PAS solo 58.5% (+10.0pp) · Lead: PAS solo vs UMNO (+17.0pp)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N11 Lobak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24.8/100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Chew Seh Yong · maj 13,504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6.72%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72.57%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20.69%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9.5%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30.6%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61.8% vs PAS 41.8% (+20.0%)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Penyandang/ kuat PH (Cina 73%):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Majoriti PH 13,504: PAS solo ~41.8% sahaja — BN/UMNO contest jangka panjang vs PH lebih realistik.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249463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45.7%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484592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54.3%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358825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49.7%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304144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47.7%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358825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49.7%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260399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46.1%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Cina · India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Bandar Seremban · Kos sara hidup / ekonomi mikro · Socmed: 2 mention · 282 eng · neg 50.0%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(15.0/100)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Lobak — cadangan UMNO/BN; DAP Cina dominan, PAS profil tidak sesuai.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6.72% — kerusi bandar berbilang kaum; BN/UMNO lebih sesuai contest PH.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23,141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6.72% · Cina 72.57% · India 20.69% · Lain 0.02%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Chew Seh Yong · majoriti 13,504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(+93pp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49.7% &gt; PAS solo 45.7% (+4.0pp)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N11 Lobak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Chew Seh Yong · majoriti 13,504 · Melayu 6.72%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42370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45.7%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87981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EF4444"/>
                </a:solidFill>
              </a:defRPr>
            </a:pPr>
            <a:r>
              <a:t>54.3%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2635849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A855F7"/>
                </a:solidFill>
              </a:defRPr>
            </a:pPr>
            <a:r>
              <a:t>49.7%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2529779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47.7%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2635849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49.7%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[SPR]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2444922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46.1%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49.7% &gt; PAS solo 45.7%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N12 Temiang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39.4/100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Ng Chin Tsai · maj 3,068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42.18%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44.7%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13.06%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9.8%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30.3%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56.7% vs PAS 39.7% (+17.0%)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Penyandang/ kuat PH (Cina 45%):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Majoriti PH 3,068: PAS solo ~39.7% sahaja — BN/UMNO contest jangka panjang vs PH lebih realistik.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222123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44.7%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511932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55.3%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331485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48.7%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276804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46.7%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331485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48.7%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071749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39.2%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Cina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Bandar Seremban · Kos sara hidup / ekonomi mikro · Socmed: 3 mention · 373 eng · neg 33.3%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(15.0/100)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Temiang — cadangan UMNO/BN; DAP berbilang kaum, elak naratif perkauman PAS.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Bukan fokus analitik PAS — optimum dalam paket UMNO/BN 23 kerusi.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12,975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42.18% · Cina 44.7% · India 13.06% · Lain 0.05%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Ng Chin Tsai · majoriti 3,068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3 mention · 373 eng · neg 33.3%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(+58pp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48.7% &gt; PAS solo 44.7% (+4.0pp)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N12 Temiang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Ng Chin Tsai · majoriti 3,068 · Melayu 42.18%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370673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44.7%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932846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EF4444"/>
                </a:solidFill>
              </a:defRPr>
            </a:pPr>
            <a:r>
              <a:t>55.3%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258281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A855F7"/>
                </a:solidFill>
              </a:defRPr>
            </a:pPr>
            <a:r>
              <a:t>48.7%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2476743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46.7%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2582814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48.7%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[SPR]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2078979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39.2%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48.7% &gt; PAS solo 44.7%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N15 Juasseh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62.2/100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Bibi Sharliza Mohd Khalid · maj 78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82.74%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12.26%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4.98%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13.6%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22.8%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48.4% vs PAS 41.1% (+7.3%)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533805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200250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43.9%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807211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66.1%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752529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64.1%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807211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66.1%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319884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11.7%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Adat/Pilah · Kos sara hidup / ekonomi mikro · Socmed: 5 mention · 699 eng · neg 40.0%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Juasseh — UMNO/BN pertahan kerusi menang 2023; rural Kuala Pilah.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13,669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82.74% · Cina 12.26% · India 4.98% · Lain 0.01%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Bibi Sharliza Mohd Khalid · majoriti 78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5 mention · 699 eng · neg 40.0%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(+17pp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66.1% &gt; PAS solo 56.1% (+10.0pp) · Lead: PAS solo vs UMNO (+12.2pp)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N15 Juasseh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Bibi Sharliza Mohd Khalid · majoriti 78 · Melayu 82.74%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975274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56.1%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[SPR]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328245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43.9%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505626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66.1%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399556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64.1%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505626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66.1%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620511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11.7%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66.1% &gt; PAS solo 56.1% (+10.0pp) · Lead: PAS solo vs UMNO (+12.2pp)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N16 Seri Menanti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71.4/100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Muhammad Sufian Maradzi · maj 370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95.69%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3.75%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0.55%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25.7%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 Contest Jangka Panjang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47% vs PAS 40.5% (+6.5%)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503730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230325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777136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72245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777136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273405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Adat/Pilah · Kos sara hidup / ekonomi mikro · Socmed: 20 mention · 61,599 eng · neg 25.0%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(75.0/100)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Seri Menanti — UMNO/BN pertahan kerusi menang 2023; adat &amp; istana, kubu UMNO.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10,100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95.69% · Cina 3.75% · India 0.55%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Muhammad Sufian Maradzi · majoriti 370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20 mention · 61,599 eng · neg 25.0%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Profil naratif socmed selari dengan demografi pengundi (DPI)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65.0% &gt; PAS solo 55.0% (+10.0pp) · Lead: PAS solo vs UMNO (+10.0pp)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N16 Seri Menanti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Muhammad Sufian Maradzi · majoriti 370 · Melayu 95.69%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916936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[SPR]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386584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447288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341217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44728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530352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65.0% &gt; PAS solo 55.0% (+10.0pp) · Lead: PAS solo vs UMNO (+10.0pp)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N17 Senaling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58.9/100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Ismail Lasim · maj 662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81.87%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15.27%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2.85%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11.7%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26.5%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49.3% vs PAS 41.4% (+7.9%)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498262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54.8%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235793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45.2%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771668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64.8%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716987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62.8%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771668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64.8%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322618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11.8%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Adat/Pilah · Kos sara hidup / ekonomi mikro · Socmed: 4 mention · 699 eng · neg 50.0%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(75.0/100)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Senaling — UMNO/BN pertahan kerusi menang 2023; rural Kuala Pilah.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9,914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81.87% · Cina 15.27% · India 2.85%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Ismail Lasim · majoriti 662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4 mention · 699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(+18pp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64.8% &gt; PAS solo 54.8% (+10.0pp) · Lead: PAS solo vs UMNO (+9.6pp)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N17 Senaling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Ismail Lasim · majoriti 662 · Melayu 81.87%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90632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54.8%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[SPR]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39719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45.2%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436680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64.8%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33061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62.8%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436680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64.8%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625815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64.8% &gt; PAS solo 54.8% (+10.0pp) · Lead: PAS solo vs UMNO (+9.6pp)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N19 Johol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64.3/100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Saiful Yazan Sulaiman · maj 2,117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78.57%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16.17%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5.26%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23.6%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48.7% vs PAS 40.6% (+8.1%)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577550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57.7%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156505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42.3%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850955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67.7%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796274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65.7%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850955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67.7%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333554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12.2%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Adat/Pilah · Kos sara hidup / ekonomi mikro · Socmed: 8 mention · 1,203 eng · neg 62.5%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Johol — UMNO/BN pertahan kerusi menang 2023; rural, UMNO mapan.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12,359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78.57% · Cina 16.17% · India 5.26%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Saiful Yazan Sulaiman · majoriti 2,117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8 mention · 1,203 eng · neg 62.5%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(+21pp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67.7% &gt; PAS solo 57.7% (+10.0pp) · Lead: PAS solo vs UMNO (+15.4pp)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N19 Johol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Saiful Yazan Sulaiman · majoriti 2,117 · Melayu 78.57%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3060131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57.7%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[SPR]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243388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42.3%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590483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67.7%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484412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65.7%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590483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67.7%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647029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12.2%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67.7% &gt; PAS solo 57.7% (+10.0pp) · Lead: PAS solo vs UMNO (+15.4pp)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N21 Bukit Kepayang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30.8/100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Nicole Tan Lee Koon · maj 19,684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29.76%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50.71%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19.44%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20.2%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59.7% vs PAS 39.7% (+20.0%)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Penyandang/ kuat PH (Cina 51%):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Majoriti PH 19,684: PAS solo ~39.7% sahaja — BN/UMNO contest jangka panjang vs PH lebih realistik.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213920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44.4%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520135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55.6%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323283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48.4%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268601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46.4%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323283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48.4%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11276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40.7%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Cina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Bandar Rasah/Nilai · Kos sara hidup / ekonomi mikro · Socmed: 4 mention · 57,156 eng · neg 25.0%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(15.0/100)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Bukit Kepayang — cadangan UMNO/BN; DAP Seremban, majoriti PH besar.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29.76% — kerusi bandar berbilang kaum; BN/UMNO lebih sesuai contest PH.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49,248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29.76% · Cina 50.71% · India 19.44% · Lain 0.1%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Nicole Tan Lee Koon · majoriti 19,684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4 mention · 57,156 eng · neg 25.0%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(+45pp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48.4% &gt; PAS solo 44.4% (+4.0pp)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N21 Bukit Kepayang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Nicole Tan Lee Koon · majoriti 19,684 · Melayu 29.76%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354762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44.4%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948757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EF4444"/>
                </a:solidFill>
              </a:defRPr>
            </a:pPr>
            <a:r>
              <a:t>55.6%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2566903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A855F7"/>
                </a:solidFill>
              </a:defRPr>
            </a:pPr>
            <a:r>
              <a:t>48.4%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2460833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46.4%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2566903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48.4%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[SPR]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2158532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40.7%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48.4% &gt; PAS solo 44.4%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N22 Rahang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37.0/100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Desmond Sian Meow Kong · maj 6,432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33.03%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46.42%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20.5%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8.2%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32.7%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58.0% vs PAS 38.8% (+19.2%)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Penyandang/ kuat PH (Cina 46%):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Majoriti PH 6,432: PAS solo ~38.8% sahaja — BN/UMNO contest jangka panjang vs PH lebih realistik.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246729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45.6%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487326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54.4%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356091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49.6%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30141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47.6%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356091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49.6%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082686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39.6%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Cina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Bandar Rasah/Nilai · Kos sara hidup / ekonomi mikro · Socmed: 2 mention · 282 eng · neg 50.0%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(15.0/100)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Rahang — cadangan UMNO/BN; DAP bandar, profil muhibbah UMNO lebih sesuai.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33.03% — kerusi bandar berbilang kaum; BN/UMNO lebih sesuai contest PH.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19,608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33.03% · Cina 46.42% · India 20.5% · Lain 0.05%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Desmond Sian Meow Kong · majoriti 6,432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(+67pp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49.6% &gt; PAS solo 45.6% (+4.0pp)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N22 Rahang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Desmond Sian Meow Kong · majoriti 6,432 · Melayu 33.03%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418405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45.6%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885114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EF4444"/>
                </a:solidFill>
              </a:defRPr>
            </a:pPr>
            <a:r>
              <a:t>54.4%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2630545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A855F7"/>
                </a:solidFill>
              </a:defRPr>
            </a:pPr>
            <a:r>
              <a:t>49.6%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252447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47.6%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2630545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49.6%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[SPR]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2100193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39.6%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49.6% &gt; PAS solo 45.6%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N23 Mambau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26.6/100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Yap Yew Weng · maj 14,940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15.11%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60.88%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23.93%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22.9%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61.0% vs PAS 41.0% (+20.0%)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Penyandang/ kuat PH (Cina 61%):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Majoriti PH 14,940: PAS solo ~41.0% sahaja — BN/UMNO contest jangka panjang vs PH lebih realistik.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249463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45.7%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484592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54.3%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358825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49.7%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304144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47.7%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358825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49.7%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181112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43.2%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Cina · India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Bandar Rasah/Nilai · Kos sara hidup / ekonomi mikro · Socmed: 2 mention · 282 eng · neg 50.0%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(15.0/100)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Mambau — cadangan UMNO/BN; DAP, Cina tertinggi NS, PAS opt-out.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15.11% — kerusi bandar berbilang kaum; BN/UMNO lebih sesuai contest PH.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30,316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15.11% · Cina 60.88% · India 23.93% · Lain 0.07%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Yap Yew Weng · majoriti 14,940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(+85pp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49.7% &gt; PAS solo 45.7% (+4.0pp)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N23 Mambau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Yap Yew Weng · majoriti 14,940 · Melayu 15.11%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42370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45.7%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879811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EF4444"/>
                </a:solidFill>
              </a:defRPr>
            </a:pPr>
            <a:r>
              <a:t>54.3%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2635849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A855F7"/>
                </a:solidFill>
              </a:defRPr>
            </a:pPr>
            <a:r>
              <a:t>49.7%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2529779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47.7%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2635849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49.7%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[SPR]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2291120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43.2%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49.7% &gt; PAS solo 45.7%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N24 Seremban Jaya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29.1/100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Gunasekaren Palasamy · maj 12,703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26.69%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46.98%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26.3%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17.5%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59.9% vs PAS 39.9% (+20.0%)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Penyandang/ kuat PH (Cina 47%):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Majoriti PH 12,703: PAS solo ~39.9% sahaja — BN/UMNO contest jangka panjang vs PH lebih realistik.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377964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50.4%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356091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49.6%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596688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58.4%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542007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56.4%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596688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58.4%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3B82F6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943913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3B82F6"/>
                </a:solidFill>
              </a:defRPr>
            </a:pPr>
            <a:r>
              <a:t>71.1%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Cina · India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Bandar Rasah/Nilai · Kos sara hidup / ekonomi mikro · Socmed: 2 mention · 282 eng · neg 50.0%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Bandar · condong PH/Bandar (15.0/100)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Seremban Jaya — cadangan UMNO/BN; DAP PH bloc, calon BN profesional bandar.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26.69% — kerusi bandar berbilang kaum; BN/UMNO lebih sesuai contest PH.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32,899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26.69% · Cina 46.98% · India 26.3% · Lain 0.02%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Gunasekaren Palasamy · majoriti 12,703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(+73pp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58.4% &gt; PAS solo 50.4% (+8.0pp) · Lead: PAS solo vs UMNO (+0.8pp)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N24 Seremban Jaya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Gunasekaren Palasamy · majoriti 12,703 · Melayu 26.69%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672974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50.4%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630545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097255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A855F7"/>
                </a:solidFill>
              </a:defRPr>
            </a:pPr>
            <a:r>
              <a:t>58.4%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299118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56.4%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097255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58.4%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3B82F6"/>
                </a:solidFill>
              </a:defRPr>
            </a:pPr>
            <a:r>
              <a:t>#5 PH [SPR]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3770802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3B82F6"/>
                </a:solidFill>
              </a:defRPr>
            </a:pPr>
            <a:r>
              <a:t>71.1%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58.4% &gt; PAS solo 50.4% (+8.0pp) · Lead: PAS solo vs UMNO (+0.8pp)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N26 Chembong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48.9/100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Zaifulbahri Idris · maj 4,335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83.8%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7.07%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9.13%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51.6% vs PAS 40.8% (+10.8%)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405304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51.4%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328751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48.6%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624029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59.4%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56934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57.4%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624029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59.4%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314416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11.5%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Rembau/Tradisi · Kos sara hidup / ekonomi mikro · Socmed: 2 mention · 282 eng · neg 50.0%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Chembong — UMNO/BN pertahan; Rembau tradisi BN, Melayu ~84%.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26,440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83.8% · Cina 7.07% · India 9.13%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Zaifulbahri Idris · majoriti 4,335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(+16pp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59.4% &gt; PAS solo 51.4% (+8.0pp) · Lead: PAS solo vs UMNO (+2.8pp)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N26 Chembong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Zaifulbahri Idris · majoriti 4,335 · Melayu 83.8%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726009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51.4%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[SPR]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57751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48.6%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150290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59.4%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0442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57.4%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150290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59.4%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609904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11.5%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59.4% &gt; PAS solo 51.4% (+8.0pp) · Lead: PAS solo vs UMNO (+2.8pp)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N27 Rantau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42.7/100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Mohamad Hasan · maj 10,280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57.99%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16.43%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25.56%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17.4%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54.1% vs PAS 41.2% (+12.9%)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260399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473656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53.9%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342421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49.1%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28774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47.1%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342421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49.1%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877631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32.1%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Rembau/Tradisi · Kos sara hidup / ekonomi mikro · Socmed: 2 mention · 282 eng · neg 50.0%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Luar Bandar · condong Mixed/Swing (50.0/100)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Rantau — UMNO/BN pertahan; legacy Mohamad Hasan, kubu kuat.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Majoriti PH 10,280 — sumber kempen terhad; BN contest strategik jangka panjang.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34,636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57.99% · Cina 16.43% · India 25.56% · Lain 0.02%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Mohamad Hasan · majoriti 10,280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(+42pp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49.1% &gt; PAS solo 46.1% (+3.0pp)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N27 Rantau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Mohamad Hasan · majoriti 10,280 · Melayu 57.99%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444922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46.1%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[SPR]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858597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EF4444"/>
                </a:solidFill>
              </a:defRPr>
            </a:pPr>
            <a:r>
              <a:t>53.9%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[SPR]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2604028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A855F7"/>
                </a:solidFill>
              </a:defRPr>
            </a:pPr>
            <a:r>
              <a:t>49.1%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2497957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47.1%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260402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49.1%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1702429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32.1%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49.1% &gt; PAS solo 46.1% (+3.0pp)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N28 Kota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62.8/100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Suhaimi Aini · maj 135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88.59%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6.98%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4.44%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24.6%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48.0% vs PAS 40.7% (+7.3%)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517401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55.5%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216654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44.5%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790806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65.5%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73612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63.5%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790806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65.5%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298012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10.9%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rural/pedalaman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Rembau/Tradisi · Kos sara hidup / ekonomi mikro · Socmed: 3 mention · 511 eng · neg 33.3%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PAS/BN (60.0/100)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Kota — UMNO/BN pertahan kerusi menang 2023; semi-bandar Rembau.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16,730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88.59% · Cina 6.98% · India 4.44%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Suhaimi Aini · majoriti 135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3 mention · 511 eng · neg 33.3%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(+11pp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65.5% &gt; PAS solo 55.5% (+10.0pp) · Lead: PAS solo vs UMNO (+11.0pp)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N28 Kota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Suhaimi Aini · majoriti 135 · Melayu 88.59%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943453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[SPR]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360066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44.5%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473805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65.5%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36773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63.5%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473805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65.5%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578083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10.9%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65.5% &gt; PAS solo 55.5% (+10.0pp) · Lead: PAS solo vs UMNO (+11.0pp)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N29 Chuah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36.8/100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Yew Boon Lye · maj 6,298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25.3%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54.07%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20.63%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12.0%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23.5%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56.4% vs PAS 39.2% (+17.2%)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Penyandang/ kuat PH (Cina 54%):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Majoriti PH 6,298: PAS solo ~39.2% sahaja — BN/UMNO contest jangka panjang vs PH lebih realistik.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246729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45.6%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487326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54.4%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356091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49.6%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30141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47.6%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356091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49.6%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134633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41.5%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Cina · Melayu urban/profesion…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Pantai/PD · Kos sara hidup / ekonomi mikro · Socmed: 2 mention · 282 eng · neg 50.0%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PH/Bandar (30.0/100)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Chuah — cadangan UMNO/BN; PKR pantai PD, mixed, BN calon muhibbah.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(PKR) — BN/UMNO contest muhibbah vs PH jangka panjang.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25.3% — kerusi bandar berbilang kaum; BN/UMNO lebih sesuai contest PH.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15,141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25.3% · Cina 54.07% · India 20.63% · Lain 0.01%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PKR — Yew Boon Lye · majoriti 6,298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(+75pp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49.6% &gt; PAS solo 45.6% (+4.0pp)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N29 Chuah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PKR — Yew Boon Lye · majoriti 6,298 · Melayu 25.3% · ⚠ Perbincangan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418405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45.6%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885114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EF4444"/>
                </a:solidFill>
              </a:defRPr>
            </a:pPr>
            <a:r>
              <a:t>54.4%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2630545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A855F7"/>
                </a:solidFill>
              </a:defRPr>
            </a:pPr>
            <a:r>
              <a:t>49.6%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252447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47.6%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2630545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49.6%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[SPR]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2200960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41.5%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49.6% &gt; PAS solo 45.6%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N30 Lukut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29.9/100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Choo Ken Hwa · maj 10,135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26.03%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49.13%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24.81%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Boleh Berpeluang Menang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59.8% vs PAS 39.8% (+20.0%)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Penyandang/ kuat PH (Cina 49%): PAS contest akan trigger perkauman — UMNO profil muhibbah lebih boleh tarik swing.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Majoriti PH 10,135: PAS solo ~39.8% sahaja — BN/UMNO contest jangka panjang vs PH lebih realistik.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224857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44.8%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509198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55.2%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334219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48.8%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27953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46.8%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334219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48.8%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1101824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40.3%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Cina · Melayu rural/pedalaman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Pantai/PD · Kos sara hidup / ekonomi mikro · Socmed: 3 mention · 283 eng · neg 33.3%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Luar Bandar · condong PH/Bandar (15.0/100)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Lukut — cadangan UMNO/BN; DAP, Cina ~74%, PAS opt-out.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PH (DAP) — BN/UMNO contest muhibbah vs PH jangka panjang.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Melayu 26.03% — kerusi bandar berbilang kaum; BN/UMNO lebih sesuai contest PH.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28,010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26.03% · Cina 49.13% · India 24.81% · Lain 0.02%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PH · DAP — Choo Ken Hwa · majoriti 10,135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3 mention · 283 eng · neg 33.3%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(+41pp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48.8% &gt; PAS solo 44.8% (+4.0pp) · SPR 2023 menang: PH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N30 Lukut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PH · DAP — Choo Ken Hwa · majoriti 10,135 · Melayu 26.03%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375976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44.8%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927543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EF4444"/>
                </a:solidFill>
              </a:defRPr>
            </a:pPr>
            <a:r>
              <a:t>55.2%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2588117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A855F7"/>
                </a:solidFill>
              </a:defRPr>
            </a:pPr>
            <a:r>
              <a:t>48.8%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2482047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46.8%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2588117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48.8%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 [SPR]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213731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40.3%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48.8% &gt; PAS solo 44.8% (+4.0pp) · SPR 2023 menang: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N32 Linggi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54.9/100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Faizal Ramli · maj 1,461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65.18%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18.22%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16.6%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11.9%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19.3%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50.3% vs PAS 41.3% (+9.0%)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Kohort — Melayu urban/profesional: PH/Bebas, atau tidak keluar mengundi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252197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45.8%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481858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EF4444"/>
                </a:solidFill>
              </a:defRPr>
            </a:pPr>
            <a:r>
              <a:t>54.2%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334219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A855F7"/>
                </a:solidFill>
              </a:defRPr>
            </a:pPr>
            <a:r>
              <a:t>48.8%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279538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46.8%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334219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48.8%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891302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32.6%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urban/profesion… · Melayu rural/pedalaman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Pantai/PD · Kos sara hidup / ekonomi mikro · Socmed: 7 mention · 1,658 eng · neg 28.6%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Mixed/Swing (50.0/100)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Linggi — UMNO/BN pertahan; sempadan Johor, UMNO mapan.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Cadangan MN: calon komponen BN/DHPP — selaras agihan UMNO/BN 23 kerusi.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20,768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65.18% · Cina 18.22% · India 16.6%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Mohd Faizal Ramli · majoriti 1,461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7 mention · 1,658 eng · neg 28.6%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(+35pp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48.8% &gt; PAS solo 45.8% (+3.0pp)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N32 Linggi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Mohd Faizal Ramli · majoriti 1,461 · Melayu 65.18%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429012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45.8%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444"/>
                </a:solidFill>
              </a:defRPr>
            </a:pPr>
            <a:r>
              <a:t>#2 UMNO Solo [SPR]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874507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EF4444"/>
                </a:solidFill>
              </a:defRPr>
            </a:pPr>
            <a:r>
              <a:t>54.2%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#3 MN [SPR]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2588117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A855F7"/>
                </a:solidFill>
              </a:defRPr>
            </a:pPr>
            <a:r>
              <a:t>48.8%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2482047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46.8%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2588117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48.8%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1728947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32.6%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48.8% &gt; PAS solo 45.8% (+3.0pp)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N35 Gemencheh · Justifikasi 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000" b="1">
                <a:solidFill>
                  <a:srgbClr val="B48C14"/>
                </a:solidFill>
              </a:defRPr>
            </a:pPr>
            <a:r>
              <a:t>Skor 55.2/100</a:t>
            </a:r>
          </a:p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C8DCFF"/>
                </a:solidFill>
              </a:defRPr>
            </a:pPr>
            <a:r>
              <a:t>Slide 1/2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Suhaimizan Bizar · maj 2,434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Melayu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63.38%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Cina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22.15%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9896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India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14.47%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4103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7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Muda 18–25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13.2%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1170432"/>
            <a:ext cx="1545336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5" y="1188720"/>
            <a:ext cx="1453895" cy="42062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Emas 61+</a:t>
            </a:r>
          </a:p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21.1%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4005072" cy="1938528"/>
          </a:xfrm>
          <a:prstGeom prst="rect">
            <a:avLst/>
          </a:prstGeom>
          <a:solidFill>
            <a:srgbClr val="FEF2F2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55648"/>
            <a:ext cx="3877056" cy="186537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102E"/>
                </a:solidFill>
              </a:defRPr>
            </a:pPr>
            <a:r>
              <a:t>UMNO/BN Berpeluang (Contest Strategik)</a:t>
            </a:r>
          </a:p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UMNO 50.7% vs PAS 41.4% (+9.3%)</a:t>
            </a:r>
          </a:p>
          <a:p>
            <a:pPr>
              <a:spcAft>
                <a:spcPts val="400"/>
              </a:spcAft>
              <a:defRPr sz="800" b="0">
                <a:solidFill>
                  <a:srgbClr val="64748B"/>
                </a:solidFill>
              </a:defRPr>
            </a:pPr>
            <a:r>
              <a:t>Keyakinan: Sederhana-Tinggi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Kerana: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Bandar: pengundi muda &amp; profesional Melayu sensitif governance — calon UMNO fokus ekonomi, bukan agama.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Kohort — Melayu urban/profesional: PH/Bebas, atau tidak keluar mengundi</a:t>
            </a:r>
          </a:p>
          <a:p>
            <a:pPr>
              <a:spcAft>
                <a:spcPts val="100"/>
              </a:spcAft>
              <a:defRPr sz="800" b="1">
                <a:solidFill>
                  <a:srgbClr val="003366"/>
                </a:solidFill>
              </a:defRPr>
            </a:pPr>
            <a:r>
              <a:t>Mesti: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Calon mesti muhibbah — elak retorik PAS; fokus isu bandar &amp; perkhidmatan.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Serangan utama ke penyandang PH/DAP — bukan PAS; koordinasi dengan PAS elak overlap.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19072"/>
            <a:ext cx="420624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746504"/>
            <a:ext cx="4096511" cy="146304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1">
                <a:solidFill>
                  <a:srgbClr val="003366"/>
                </a:solidFill>
              </a:defRPr>
            </a:pPr>
            <a:r>
              <a:t>7 SENARIO (ringkas)</a:t>
            </a:r>
          </a:p>
          <a:p>
            <a:pPr>
              <a:defRPr sz="600">
                <a:solidFill>
                  <a:srgbClr val="64748B"/>
                </a:solidFill>
              </a:defRPr>
            </a:pPr>
            <a:r>
              <a:t>→ Slide 2/2 penuh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1975104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#1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2002536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2002536"/>
            <a:ext cx="1542007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975104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22C55E"/>
                </a:solidFill>
              </a:defRPr>
            </a:pPr>
            <a:r>
              <a:t>56.4%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207622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#2 UMNO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2976" y="2235054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2976" y="2235054"/>
            <a:ext cx="1192048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07622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EF4444"/>
                </a:solidFill>
              </a:defRPr>
            </a:pPr>
            <a:r>
              <a:t>43.6%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440141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#3 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2976" y="2467573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2976" y="2467573"/>
            <a:ext cx="1815413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2440141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1">
                <a:solidFill>
                  <a:srgbClr val="A855F7"/>
                </a:solidFill>
              </a:defRPr>
            </a:pPr>
            <a:r>
              <a:t>66.4%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672660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#4 PN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22976" y="2700092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22976" y="2700092"/>
            <a:ext cx="1760732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672660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10B981"/>
                </a:solidFill>
              </a:defRPr>
            </a:pPr>
            <a:r>
              <a:t>64.4%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2905179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#7 PN+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2976" y="2932611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22976" y="2932611"/>
            <a:ext cx="1815413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2905179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059669"/>
                </a:solidFill>
              </a:defRPr>
            </a:pPr>
            <a:r>
              <a:t>66.4%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3137698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2976" y="3165130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22976" y="3165130"/>
            <a:ext cx="385501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137698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3B82F6"/>
                </a:solidFill>
              </a:defRPr>
            </a:pPr>
            <a:r>
              <a:t>14.1%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3370217"/>
            <a:ext cx="896112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600" b="0">
                <a:solidFill>
                  <a:srgbClr val="1E293B"/>
                </a:solidFill>
              </a:defRPr>
            </a:pPr>
            <a:r>
              <a:t>#6 split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3397649"/>
            <a:ext cx="2734056" cy="822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22976" y="3397649"/>
            <a:ext cx="82021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3370217"/>
            <a:ext cx="420624" cy="223374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6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0752"/>
            <a:ext cx="83210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749039"/>
            <a:ext cx="8193024" cy="310896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64748B"/>
                </a:solidFill>
              </a:defRPr>
            </a:pPr>
            <a:r>
              <a:t>KOHORT SWING: Melayu urban/profesion… · Cina</a:t>
            </a:r>
          </a:p>
          <a:p>
            <a:pPr>
              <a:spcAft>
                <a:spcPts val="0"/>
              </a:spcAft>
              <a:defRPr sz="700" b="0">
                <a:solidFill>
                  <a:srgbClr val="003366"/>
                </a:solidFill>
              </a:defRPr>
            </a:pPr>
            <a:r>
              <a:t>ISYARAT: Sempadan Johor · Kos sara hidup / ekonomi mikro · Socmed: 2 mention · 282 eng · neg 50.0%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133087"/>
            <a:ext cx="83210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1E293B"/>
                </a:solidFill>
              </a:defRPr>
            </a:pPr>
            <a:r>
              <a:t>Separuh Bandar · condong Mixed/Swing (50.0/100) · Isu: Kos sara hidup / ekonomi mikro · Infrastruktur &amp; perkhidmatan awam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434840"/>
            <a:ext cx="18288" cy="17190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434840"/>
            <a:ext cx="402336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Mengapa UMNO/BN?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Gemencheh — UMNO/BN pertahan kerusi menang 2023; FELDA Tampin.</a:t>
            </a:r>
          </a:p>
          <a:p>
            <a:pPr>
              <a:spcAft>
                <a:spcPts val="100"/>
              </a:spcAft>
              <a:defRPr sz="700" b="0">
                <a:solidFill>
                  <a:srgbClr val="1E293B"/>
                </a:solidFill>
              </a:defRPr>
            </a:pPr>
            <a:r>
              <a:t>• Penyandang BN (UMNO) — pertahanan kerusi sendiri; elak pecah undi dengan PAS.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434840"/>
            <a:ext cx="4069080" cy="1719072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3366"/>
                </a:solidFill>
              </a:defRPr>
            </a:pPr>
            <a:r>
              <a:t>Bukti Data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Pengundi berdaftar (DPI Dec 2025): 24,878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Komposisi (DPI Dec 2025): Melayu 63.38% · Cina 22.15% · India 14.47% · Lain 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PRN 2023: BN · UMNO — Suhaimizan Bizar · majoriti 2,434 undi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Socmed: 2 mention · 282 eng · neg 50.0%</a:t>
            </a:r>
          </a:p>
          <a:p>
            <a:pPr>
              <a:spcAft>
                <a:spcPts val="100"/>
              </a:spcAft>
              <a:defRPr sz="700" b="0">
                <a:solidFill>
                  <a:srgbClr val="64748B"/>
                </a:solidFill>
              </a:defRPr>
            </a:pPr>
            <a:r>
              <a:t>• Demo hybrid: Naratif socmed lebih Melayu (+37pp vs DPI) — suara rural/ground kuat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9632"/>
            <a:ext cx="83210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MN 66.4% &gt; PAS solo 56.4% (+10.0pp) · Lead: PAS solo vs UMNO (+12.8pp) · SPR 2023 menang: MN, PN, PN+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N35 Gemencheh — 7 Senario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9240" y="109728"/>
            <a:ext cx="338328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 algn="r">
              <a:spcAft>
                <a:spcPts val="200"/>
              </a:spcAft>
              <a:defRPr sz="1100" b="1">
                <a:solidFill>
                  <a:srgbClr val="C8102E"/>
                </a:solidFill>
              </a:defRPr>
            </a:pPr>
            <a:r>
              <a:t>UMNO/BN</a:t>
            </a:r>
          </a:p>
          <a:p>
            <a:pPr algn="r">
              <a:spcAft>
                <a:spcPts val="0"/>
              </a:spcAft>
              <a:defRPr sz="800" b="0">
                <a:solidFill>
                  <a:srgbClr val="64748B"/>
                </a:solidFill>
              </a:defRPr>
            </a:pPr>
            <a:r>
              <a:t>Slide 2/2 · senario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8321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BN · UMNO — Suhaimizan Bizar · majoriti 2,434 · Melayu 63.38%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8321040" cy="4892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289304"/>
            <a:ext cx="821131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003366"/>
                </a:solidFill>
              </a:defRPr>
            </a:pPr>
            <a:r>
              <a:t>7 SENARIO KERUSI —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609343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#1 PAS Solo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664207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4" y="1664207"/>
            <a:ext cx="2991185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3" y="1609343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22C55E"/>
                </a:solidFill>
              </a:defRPr>
            </a:pPr>
            <a:r>
              <a:t>56.4%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220892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#2 UMNO Solo [SPR]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226379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2263793"/>
            <a:ext cx="2312334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3" y="220892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EF4444"/>
                </a:solidFill>
              </a:defRPr>
            </a:pPr>
            <a:r>
              <a:t>43.6%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0851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A855F7"/>
                </a:solidFill>
              </a:defRPr>
            </a:pPr>
            <a:r>
              <a:t>#3 MN [SPR]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3784" y="286337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43784" y="2863378"/>
            <a:ext cx="3521537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3" y="280851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A855F7"/>
                </a:solidFill>
              </a:defRPr>
            </a:pPr>
            <a:r>
              <a:t>66.4%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40809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#4 PN tanpa Bersatu [SPR]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3784" y="346296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43784" y="3462963"/>
            <a:ext cx="3415466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3" y="340809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10B981"/>
                </a:solidFill>
              </a:defRPr>
            </a:pPr>
            <a:r>
              <a:t>64.4%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" y="400768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#7 PN + Bersatu [SPR]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3784" y="406254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43784" y="4062548"/>
            <a:ext cx="3521537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3" y="400768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059669"/>
                </a:solidFill>
              </a:defRPr>
            </a:pPr>
            <a:r>
              <a:t>66.4%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" y="4607269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#5 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43784" y="4662133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43784" y="4662133"/>
            <a:ext cx="747796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7303" y="4607269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B82F6"/>
                </a:solidFill>
              </a:defRPr>
            </a:pPr>
            <a:r>
              <a:t>14.1%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" y="5206854"/>
            <a:ext cx="2331720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</a:defRPr>
            </a:pPr>
            <a:r>
              <a:t>#6 Bersama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5261718"/>
            <a:ext cx="53035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43784" y="5261718"/>
            <a:ext cx="159105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5206854"/>
            <a:ext cx="530352" cy="590441"/>
          </a:xfrm>
          <a:prstGeom prst="rect">
            <a:avLst/>
          </a:prstGeom>
          <a:noFill/>
        </p:spPr>
        <p:txBody>
          <a:bodyPr wrap="none" lIns="50800" rIns="50800" tIns="25400" bIns="25400">
            <a:no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F59E0B"/>
                </a:solidFill>
              </a:defRPr>
            </a:pPr>
            <a:r>
              <a:t>3%*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" y="5843016"/>
            <a:ext cx="8211312" cy="274320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4748B"/>
                </a:solidFill>
              </a:defRPr>
            </a:pPr>
            <a:r>
              <a:t>MN 66.4% &gt; PAS solo 56.4% (+10.0pp) · Lead: PAS solo vs UMNO (+12.8pp) · SPR 2023 menang: MN, PN, PN+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36208"/>
            <a:ext cx="83210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no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4748B"/>
                </a:solidFill>
              </a:defRPr>
            </a:pPr>
            <a:r>
              <a:t>[SPR] = bloc menang SPR 2023 · LEAD = prob model tertinggi · * = % pecah undi PH (slider 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Kohort Pengundi &amp; Implikasi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melayu_rural: 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melayu_urban: 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melayu_muda: 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cina: 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india: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Nota Penting &amp; Penafian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Justifikasi berdasarkan DPI Dec 2025, DOSM MyCensus, ranking DUN 10 Jun 2026, cadangan MN, socmed master hybrid (structured + unstructured · Apify + HF ft-Malay-bert), media Tier A ML. Skor analitik = fusion demografi DPI + sentiment/emotion socmed per-DUN — bukan polling SPR.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Ramalan peratus adalah anggaran analitik — bukan keputusan rasmi SPR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Data socmed &amp; media boleh berubah — kemas kini harian disyorkan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Jangan kongsi formula dalaman atau skor war room di luar bilik mesyuarat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Langkah seterusnya: finalisasi senarai calon · penamaan 18 Julai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A7F5A"/>
                </a:solidFill>
              </a:defRPr>
            </a:pPr>
            <a:r>
              <a:t>InsightPulse · Sokong Keputusan Muafakat dengan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Negeri Sembilan 2026 · Dalaman Muafakat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