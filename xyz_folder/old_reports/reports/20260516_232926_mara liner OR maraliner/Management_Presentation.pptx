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"mara liner" OR maraliner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16,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24</a:t>
            </a:r>
          </a:p>
          <a:p>
            <a:pPr/>
            <a:r>
              <a:t>Analysis Type: Market Research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(24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News: 24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Comprehensive data collection across all platforms</a:t>
            </a:r>
          </a:p>
          <a:p>
            <a:r>
              <a:t>• Sentiment analysis using Malaysian-focused AI models</a:t>
            </a:r>
          </a:p>
          <a:p>
            <a:r>
              <a:t>• Real-time monitoring and trend detection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