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budi95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16,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4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100.0%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100.0% (4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News: 4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4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0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