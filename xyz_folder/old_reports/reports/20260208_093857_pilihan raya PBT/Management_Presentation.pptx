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382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25.0%</a:t>
            </a:r>
          </a:p>
          <a:p>
            <a:pPr/>
            <a:r>
              <a:t>Neutral Sentiment: 75.0%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25.0% (95 posts)</a:t>
            </a:r>
          </a:p>
          <a:p>
            <a:pPr lvl="1"/>
            <a:r>
              <a:t>Neutral: 75.0% (286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303 posts (Avg Sentiment: 0.00)</a:t>
            </a:r>
          </a:p>
          <a:p>
            <a:pPr lvl="1"/>
            <a:r>
              <a:t>Facebook: 63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Instagram: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