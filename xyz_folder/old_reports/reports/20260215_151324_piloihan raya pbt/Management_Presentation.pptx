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piloihan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221 posts (Avg Sentiment: 0.00)</a:t>
            </a:r>
          </a:p>
          <a:p>
            <a:pPr lvl="1"/>
            <a:r>
              <a:t>X: 79 posts (Avg Sentiment: 0.00)</a:t>
            </a:r>
          </a:p>
          <a:p>
            <a:pPr lvl="1"/>
            <a:r>
              <a:t>Facebook: 73 posts (Avg Sentiment: 0.00)</a:t>
            </a:r>
          </a:p>
          <a:p>
            <a:pPr lvl="1"/>
            <a:r>
              <a:t>Instagram: 38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411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38,952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