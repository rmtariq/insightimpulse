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kb sentral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April 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0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100.0%</a:t>
            </a:r>
          </a:p>
          <a:p>
            <a:pPr/>
            <a:r>
              <a:t>Neutral Sentiment: 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100.0% (0 posts)</a:t>
            </a:r>
          </a:p>
          <a:p>
            <a:pPr lvl="1"/>
            <a:r>
              <a:t>Neutral: 0.0% (0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50 posts (Avg Sentiment: 0.00)</a:t>
            </a:r>
          </a:p>
          <a:p>
            <a:pPr lvl="1"/>
            <a:r>
              <a:t>Instagram: 50 posts (Avg Sentiment: 0.00)</a:t>
            </a:r>
          </a:p>
          <a:p>
            <a:pPr lvl="1"/>
            <a:r>
              <a:t>X: 50 posts (Avg Sentiment: 0.00)</a:t>
            </a:r>
          </a:p>
          <a:p>
            <a:pPr lvl="1"/>
            <a:r>
              <a:t>Tiktok: 50 posts (Avg Sentiment: 0.00)</a:t>
            </a:r>
          </a:p>
          <a:p>
            <a:pPr lvl="1"/>
            <a:r>
              <a:t>Linkedin: 0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200 data points across 5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172,706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