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pilihan raya pbt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February 09,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39</a:t>
            </a:r>
          </a:p>
          <a:p>
            <a:pPr/>
            <a:r>
              <a:t>Analysis Type: Issue Detection</a:t>
            </a:r>
          </a:p>
          <a:p>
            <a:pPr/>
            <a:r>
              <a:t>Positive Sentiment: 100.0%</a:t>
            </a:r>
          </a:p>
          <a:p>
            <a:pPr/>
            <a:r>
              <a:t>Neutral Sentiment: 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✅ HIGHLY POSITIVE - Strong public support</a:t>
            </a:r>
          </a:p>
          <a:p>
            <a:pPr lvl="1"/>
            <a:r>
              <a:t>Positive: 100.0% (39 posts)</a:t>
            </a:r>
          </a:p>
          <a:p>
            <a:pPr lvl="1"/>
            <a:r>
              <a:t>Neutral: 0.0% (0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X: 39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 analysis completed successfully</a:t>
            </a:r>
          </a:p>
          <a:p>
            <a:pPr/>
            <a:r>
              <a:t>Data shows mixed engagement patterns</a:t>
            </a:r>
          </a:p>
          <a:p>
            <a:pPr/>
            <a:r>
              <a:t>Malaysian context considered in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