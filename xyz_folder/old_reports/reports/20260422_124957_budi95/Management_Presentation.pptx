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April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50 posts (Avg Sentiment: 0.00)</a:t>
            </a:r>
          </a:p>
          <a:p>
            <a:pPr lvl="1"/>
            <a:r>
              <a:t>Instagram: 50 posts (Avg Sentiment: 0.00)</a:t>
            </a:r>
          </a:p>
          <a:p>
            <a:pPr lvl="1"/>
            <a:r>
              <a:t>X: 50 posts (Avg Sentiment: 0.00)</a:t>
            </a:r>
          </a:p>
          <a:p>
            <a:pPr lvl="1"/>
            <a:r>
              <a:t>Tiktok: 50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200 data points across 4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179,250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