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madani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April 01,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X: 50 posts (Avg Sentiment: 0.00)</a:t>
            </a:r>
          </a:p>
          <a:p>
            <a:pPr lvl="1"/>
            <a:r>
              <a:t>Tiktok: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150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127,764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