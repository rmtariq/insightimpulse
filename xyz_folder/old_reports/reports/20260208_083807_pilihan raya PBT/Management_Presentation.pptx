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21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100.0%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100.0% (21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52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News: 4 posts (Avg Sentiment: 0.00)</a:t>
            </a:r>
          </a:p>
          <a:p>
            <a:pPr lvl="1"/>
            <a:r>
              <a:t>Instagram: 1 posts (Avg Sentiment: 0.00)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