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pilihan raya pbt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115</a:t>
            </a:r>
          </a:p>
          <a:p>
            <a:pPr/>
            <a:r>
              <a:t>Analysis Type: Issue Detection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(115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115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analysis completed successfully</a:t>
            </a:r>
          </a:p>
          <a:p>
            <a:pPr/>
            <a:r>
              <a:t>Data shows mixed engagement patterns</a:t>
            </a:r>
          </a:p>
          <a:p>
            <a:pPr/>
            <a:r>
              <a:t>Malaysian context considered in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