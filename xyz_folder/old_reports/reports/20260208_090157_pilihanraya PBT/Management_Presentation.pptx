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75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40.0%</a:t>
            </a:r>
          </a:p>
          <a:p>
            <a:pPr/>
            <a:r>
              <a:t>Neutral Sentiment: 40.0%</a:t>
            </a:r>
          </a:p>
          <a:p>
            <a:pPr/>
            <a:r>
              <a:t>Negative Sentiment: 20.0%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40.0% (30 posts)</a:t>
            </a:r>
          </a:p>
          <a:p>
            <a:pPr lvl="1"/>
            <a:r>
              <a:t>Neutral: 40.0% (30 posts)</a:t>
            </a:r>
          </a:p>
          <a:p>
            <a:pPr lvl="1"/>
            <a:r>
              <a:t>Negative: 20.0% (15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53 posts (Avg Sentiment: 0.00)</a:t>
            </a:r>
          </a:p>
          <a:p>
            <a:pPr lvl="1"/>
            <a:r>
              <a:t>X: 15 posts (Avg Sentiment: 0.00)</a:t>
            </a:r>
          </a:p>
          <a:p>
            <a:pPr lvl="1"/>
            <a:r>
              <a:t>News: 5 posts (Avg Sentiment: 0.00)</a:t>
            </a:r>
          </a:p>
          <a:p>
            <a:pPr lvl="1"/>
            <a:r>
              <a:t>Instagram: 1 posts (Avg Sentiment: 0.00)</a:t>
            </a:r>
          </a:p>
          <a:p>
            <a:pPr lvl="1"/>
            <a:r>
              <a:t>Tiktok: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