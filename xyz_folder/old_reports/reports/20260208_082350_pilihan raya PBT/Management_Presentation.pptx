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pilihan raya PBT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February 08,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73</a:t>
            </a:r>
          </a:p>
          <a:p>
            <a:pPr/>
            <a:r>
              <a:t>Analysis Type: Issue Detection</a:t>
            </a:r>
          </a:p>
          <a:p>
            <a:pPr/>
            <a:r>
              <a:t>Positive Sentiment: 0.0%</a:t>
            </a:r>
          </a:p>
          <a:p>
            <a:pPr/>
            <a:r>
              <a:t>Neutral Sentiment: 0.0%</a:t>
            </a:r>
          </a:p>
          <a:p>
            <a:pPr/>
            <a:r>
              <a:t>Negative Sentiment: 0.0%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➖ NEUTRAL - Mixed sentiment</a:t>
            </a:r>
          </a:p>
          <a:p>
            <a:pPr lvl="1"/>
            <a:r>
              <a:t>Positive: 0.0% (0 posts)</a:t>
            </a:r>
          </a:p>
          <a:p>
            <a:pPr lvl="1"/>
            <a:r>
              <a:t>Neutral: 0.0% (0 posts)</a:t>
            </a:r>
          </a:p>
          <a:p>
            <a:pPr lvl="1"/>
            <a:r>
              <a:t>Negative: 0.0% (0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Facebook: 52 posts (Avg Sentiment: 0.00)</a:t>
            </a:r>
          </a:p>
          <a:p>
            <a:pPr lvl="1"/>
            <a:r>
              <a:t>X: 15 posts (Avg Sentiment: 0.00)</a:t>
            </a:r>
          </a:p>
          <a:p>
            <a:pPr lvl="1"/>
            <a:r>
              <a:t>News: 4 posts (Avg Sentiment: 0.00)</a:t>
            </a:r>
          </a:p>
          <a:p>
            <a:pPr lvl="1"/>
            <a:r>
              <a:t>Instagram: 1 posts (Avg Sentiment: 0.00)</a:t>
            </a:r>
          </a:p>
          <a:p>
            <a:pPr lvl="1"/>
            <a:r>
              <a:t>Tiktok: 1 posts (Avg Sentiment: 0.00)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LLM analysis completed successfully</a:t>
            </a:r>
          </a:p>
          <a:p>
            <a:pPr/>
            <a:r>
              <a:t>Data shows mixed engagement patterns</a:t>
            </a:r>
          </a:p>
          <a:p>
            <a:pPr/>
            <a:r>
              <a:t>Malaysian context considered in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