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Grab Malaysia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100</a:t>
            </a:r>
          </a:p>
          <a:p>
            <a:pPr/>
            <a:r>
              <a:t>Analysis Type: Brand Monitoring</a:t>
            </a:r>
          </a:p>
          <a:p>
            <a:pPr/>
            <a:r>
              <a:t>Positive Sentiment: 38.0%</a:t>
            </a:r>
          </a:p>
          <a:p>
            <a:pPr/>
            <a:r>
              <a:t>Neutral Sentiment: 27.0%</a:t>
            </a:r>
          </a:p>
          <a:p>
            <a:pPr/>
            <a:r>
              <a:t>Negative Sentiment: 35.0%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38.0% (38 posts)</a:t>
            </a:r>
          </a:p>
          <a:p>
            <a:pPr lvl="1"/>
            <a:r>
              <a:t>Neutral: 27.0% (27 posts)</a:t>
            </a:r>
          </a:p>
          <a:p>
            <a:pPr lvl="1"/>
            <a:r>
              <a:t>Negative: 35.0% (35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Twitter: 24 posts (Avg Sentiment: 0.19)</a:t>
            </a:r>
          </a:p>
          <a:p>
            <a:pPr lvl="1"/>
            <a:r>
              <a:t>Tiktok: 22 posts (Avg Sentiment: 0.08)</a:t>
            </a:r>
          </a:p>
          <a:p>
            <a:pPr lvl="1"/>
            <a:r>
              <a:t>Instagram: 19 posts (Avg Sentiment: -0.25)</a:t>
            </a:r>
          </a:p>
          <a:p>
            <a:pPr lvl="1"/>
            <a:r>
              <a:t>Youtube: 19 posts (Avg Sentiment: -0.02)</a:t>
            </a:r>
          </a:p>
          <a:p>
            <a:pPr lvl="1"/>
            <a:r>
              <a:t>Facebook: 16 posts (Avg Sentiment: 0.02)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positive sentiment on Instagram and TikTok</a:t>
            </a:r>
          </a:p>
          <a:p>
            <a:pPr/>
            <a:r>
              <a:t>Pricing concerns mentioned frequently on Twitter</a:t>
            </a:r>
          </a:p>
          <a:p>
            <a:pPr/>
            <a:r>
              <a:t>Service quality praised on Facebook</a:t>
            </a:r>
          </a:p>
          <a:p>
            <a:pPr/>
            <a:r>
              <a:t>Driver behavior is a recurring topic</a:t>
            </a:r>
          </a:p>
          <a:p>
            <a:pPr/>
            <a:r>
              <a:t>Competition with other ride-hailing services discussed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