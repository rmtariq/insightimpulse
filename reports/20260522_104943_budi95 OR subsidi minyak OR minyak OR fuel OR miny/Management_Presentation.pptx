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budi95 OR "subsidi minyak" OR minyak OR fuel OR "minyak mahal"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22,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1,207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18.7%</a:t>
            </a:r>
          </a:p>
          <a:p>
            <a:pPr/>
            <a:r>
              <a:t>Neutral Sentiment: 45.8%</a:t>
            </a:r>
          </a:p>
          <a:p>
            <a:pPr/>
            <a:r>
              <a:t>Negative Sentiment: 35.5%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⚠️ NEGATIVE - Notable negative sentiment</a:t>
            </a:r>
          </a:p>
          <a:p>
            <a:pPr lvl="1"/>
            <a:r>
              <a:t>Positive: 18.7% (226 posts)</a:t>
            </a:r>
          </a:p>
          <a:p>
            <a:pPr lvl="1"/>
            <a:r>
              <a:t>Neutral: 45.8% (553 posts)</a:t>
            </a:r>
          </a:p>
          <a:p>
            <a:pPr lvl="1"/>
            <a:r>
              <a:t>Negative: 35.5% (428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X: 394 posts (Avg Sentiment: 0.00)</a:t>
            </a:r>
          </a:p>
          <a:p>
            <a:pPr lvl="1"/>
            <a:r>
              <a:t>News: 285 posts (Avg Sentiment: 0.00)</a:t>
            </a:r>
          </a:p>
          <a:p>
            <a:pPr lvl="1"/>
            <a:r>
              <a:t>Tiktok: 254 posts (Avg Sentiment: 0.00)</a:t>
            </a:r>
          </a:p>
          <a:p>
            <a:pPr lvl="1"/>
            <a:r>
              <a:t>Facebook: 125 posts (Avg Sentiment: 0.00)</a:t>
            </a:r>
          </a:p>
          <a:p>
            <a:pPr lvl="1"/>
            <a:r>
              <a:t>Instagram: 85 posts (Avg Sentiment: 0.00)</a:t>
            </a:r>
          </a:p>
          <a:p>
            <a:pPr lvl="1"/>
            <a:r>
              <a:t>Linkedin: 59 posts (Avg Sentiment: 0.00)</a:t>
            </a:r>
          </a:p>
          <a:p>
            <a:pPr lvl="1"/>
            <a:r>
              <a:t>Youtube: 5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1,207 data points across 7 platforms</a:t>
            </a:r>
          </a:p>
          <a:p>
            <a:pPr/>
            <a:r>
              <a:t>Statistical confidence: Standard (65%)</a:t>
            </a:r>
          </a:p>
          <a:p>
            <a:pPr/>
            <a:r>
              <a:t>Overall sentiment: Neutral (±±8-12%)</a:t>
            </a:r>
          </a:p>
          <a:p>
            <a:pPr/>
            <a:r>
              <a:t>Total engagement: 1,081,061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