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("马来人团结" OR "伊党巫统" OR "巫统伊党" OR "国民共识" OR "MN 2.0" OR "伊党国阵") AND ("柔佛" OR "柔州" OR "赞成" OR "反对" OR "支持" OR "不需要" OR "联合" OR "合作" OR "好主意" OR "没必要")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33.3%</a:t>
            </a:r>
          </a:p>
          <a:p>
            <a:pPr/>
            <a:r>
              <a:t>Negative Sentiment: 66.7%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33.3% (0 posts)</a:t>
            </a:r>
          </a:p>
          <a:p>
            <a:pPr lvl="1"/>
            <a:r>
              <a:t>Negative: 66.7% (2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3 posts (Avg Sentiment: 0.22)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