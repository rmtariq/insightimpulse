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"mara liner" OR "bas Malaysia" OR "mara eksress" OR mara  OR maraliner OR "bas mara" OR basmara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20</a:t>
            </a:r>
          </a:p>
          <a:p>
            <a:pPr/>
            <a:r>
              <a:t>Analysis Type: Sme Insights</a:t>
            </a:r>
          </a:p>
          <a:p>
            <a:pPr/>
            <a:r>
              <a:t>Positive Sentiment: 5.0%</a:t>
            </a:r>
          </a:p>
          <a:p>
            <a:pPr/>
            <a:r>
              <a:t>Neutral Sentiment: 90.0%</a:t>
            </a:r>
          </a:p>
          <a:p>
            <a:pPr/>
            <a:r>
              <a:t>Negative Sentiment: 5.0%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5.0% (1 posts)</a:t>
            </a:r>
          </a:p>
          <a:p>
            <a:pPr lvl="1"/>
            <a:r>
              <a:t>Neutral: 90.0% (18 posts)</a:t>
            </a:r>
          </a:p>
          <a:p>
            <a:pPr lvl="1"/>
            <a:r>
              <a:t>Negative: 5.0% (1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Youtube: 20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analysis completed across 1 platforms</a:t>
            </a:r>
          </a:p>
          <a:p>
            <a:pPr/>
            <a:r>
              <a:t>Customer sentiment analysis: 0.50 score</a:t>
            </a:r>
          </a:p>
          <a:p>
            <a:pPr/>
            <a:r>
              <a:t>Market engagement level: 1,579,684 total interactions</a:t>
            </a:r>
          </a:p>
          <a:p>
            <a:pPr/>
            <a:r>
              <a:t>Competitive landscape insights generated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