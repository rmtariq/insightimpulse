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"Shawn Loh" OR "Loh Sheng Nian" OR "罗盛年" OR "中国报" OR "China Press" OR "不投国阵闻不到天堂味" OR "Harakahdaily"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459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11.8%</a:t>
            </a:r>
          </a:p>
          <a:p>
            <a:pPr/>
            <a:r>
              <a:t>Neutral Sentiment: 48.1%</a:t>
            </a:r>
          </a:p>
          <a:p>
            <a:pPr/>
            <a:r>
              <a:t>Negative Sentiment: 40.1%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11.8% (54 posts)</a:t>
            </a:r>
          </a:p>
          <a:p>
            <a:pPr lvl="1"/>
            <a:r>
              <a:t>Neutral: 48.1% (220 posts)</a:t>
            </a:r>
          </a:p>
          <a:p>
            <a:pPr lvl="1"/>
            <a:r>
              <a:t>Negative: 40.1% (184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245 posts (Avg Sentiment: 0.33)</a:t>
            </a:r>
          </a:p>
          <a:p>
            <a:pPr lvl="1"/>
            <a:r>
              <a:t>News: 144 posts (Avg Sentiment: 0.41)</a:t>
            </a:r>
          </a:p>
          <a:p>
            <a:pPr lvl="1"/>
            <a:r>
              <a:t>Tiktok: 70 posts (Avg Sentiment: 0.42)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467 data points across 4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7,272,153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