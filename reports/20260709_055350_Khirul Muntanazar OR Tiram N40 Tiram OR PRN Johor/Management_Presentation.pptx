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("Khirul Muntanazar" OR "Tiram") ("N40 Tiram" OR "PRN Johor")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319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28.2%</a:t>
            </a:r>
          </a:p>
          <a:p>
            <a:pPr/>
            <a:r>
              <a:t>Neutral Sentiment: 48.0%</a:t>
            </a:r>
          </a:p>
          <a:p>
            <a:pPr/>
            <a:r>
              <a:t>Negative Sentiment: 23.8%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28.2% (89 posts)</a:t>
            </a:r>
          </a:p>
          <a:p>
            <a:pPr lvl="1"/>
            <a:r>
              <a:t>Neutral: 48.0% (153 posts)</a:t>
            </a:r>
          </a:p>
          <a:p>
            <a:pPr lvl="1"/>
            <a:r>
              <a:t>Negative: 23.8% (75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186 posts (Avg Sentiment: 0.52)</a:t>
            </a:r>
          </a:p>
          <a:p>
            <a:pPr lvl="1"/>
            <a:r>
              <a:t>Tiktok: 133 posts (Avg Sentiment: 0.52)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320 data points across 3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2,944,014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