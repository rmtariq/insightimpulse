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4.3%</a:t>
            </a:r>
          </a:p>
          <a:p>
            <a:pPr/>
            <a:r>
              <a:t>Neutral Sentiment: 95.7%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4.3% (1 posts)</a:t>
            </a:r>
          </a:p>
          <a:p>
            <a:pPr lvl="1"/>
            <a:r>
              <a:t>Neutral: 95.7% (22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23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23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624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