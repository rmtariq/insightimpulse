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negeri sembilan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1,711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19.1%</a:t>
            </a:r>
          </a:p>
          <a:p>
            <a:pPr/>
            <a:r>
              <a:t>Neutral Sentiment: 37.3%</a:t>
            </a:r>
          </a:p>
          <a:p>
            <a:pPr/>
            <a:r>
              <a:t>Negative Sentiment: 43.7%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19.1% (326 posts)</a:t>
            </a:r>
          </a:p>
          <a:p>
            <a:pPr lvl="1"/>
            <a:r>
              <a:t>Neutral: 37.3% (638 posts)</a:t>
            </a:r>
          </a:p>
          <a:p>
            <a:pPr lvl="1"/>
            <a:r>
              <a:t>Negative: 43.7% (747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1,056 posts (Avg Sentiment: 0.36)</a:t>
            </a:r>
          </a:p>
          <a:p>
            <a:pPr lvl="1"/>
            <a:r>
              <a:t>Facebook: 386 posts (Avg Sentiment: 0.37)</a:t>
            </a:r>
          </a:p>
          <a:p>
            <a:pPr lvl="1"/>
            <a:r>
              <a:t>Tiktok: 145 posts (Avg Sentiment: 0.58)</a:t>
            </a:r>
          </a:p>
          <a:p>
            <a:pPr lvl="1"/>
            <a:r>
              <a:t>Youtube: 104 posts (Avg Sentiment: 0.37)</a:t>
            </a:r>
          </a:p>
          <a:p>
            <a:pPr lvl="1"/>
            <a:r>
              <a:t>Instagram: 20 posts (Avg Sentiment: 0.68)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1,711 data points across 5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49,420,167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