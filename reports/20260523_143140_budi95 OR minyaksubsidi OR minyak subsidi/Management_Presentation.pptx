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budi95 OR minyaksubsidi OR "minyak subsidi"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23,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107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28.0%</a:t>
            </a:r>
          </a:p>
          <a:p>
            <a:pPr/>
            <a:r>
              <a:t>Neutral Sentiment: 41.1%</a:t>
            </a:r>
          </a:p>
          <a:p>
            <a:pPr/>
            <a:r>
              <a:t>Negative Sentiment: 30.8%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⚠️ NEGATIVE - Notable negative sentiment</a:t>
            </a:r>
          </a:p>
          <a:p>
            <a:pPr lvl="1"/>
            <a:r>
              <a:t>Positive: 28.0% (29 posts)</a:t>
            </a:r>
          </a:p>
          <a:p>
            <a:pPr lvl="1"/>
            <a:r>
              <a:t>Neutral: 41.1% (43 posts)</a:t>
            </a:r>
          </a:p>
          <a:p>
            <a:pPr lvl="1"/>
            <a:r>
              <a:t>Negative: 30.8% (32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Instagram: 75 posts (Avg Sentiment: 0.44)</a:t>
            </a:r>
          </a:p>
          <a:p>
            <a:pPr lvl="1"/>
            <a:r>
              <a:t>Youtube: 32 posts (Avg Sentiment: 0.60)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107 data points across 2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29,396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