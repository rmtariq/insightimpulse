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170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17.6%</a:t>
            </a:r>
          </a:p>
          <a:p>
            <a:pPr/>
            <a:r>
              <a:t>Neutral Sentiment: 57.6%</a:t>
            </a:r>
          </a:p>
          <a:p>
            <a:pPr/>
            <a:r>
              <a:t>Negative Sentiment: 24.7%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17.6% (30 posts)</a:t>
            </a:r>
          </a:p>
          <a:p>
            <a:pPr lvl="1"/>
            <a:r>
              <a:t>Neutral: 57.6% (97 posts)</a:t>
            </a:r>
          </a:p>
          <a:p>
            <a:pPr lvl="1"/>
            <a:r>
              <a:t>Negative: 24.7% (42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170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170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28,294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