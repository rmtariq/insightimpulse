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11 post URLs (https://www.tiktok.com/@saif_abduh…)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95.8%</a:t>
            </a:r>
          </a:p>
          <a:p>
            <a:pPr/>
            <a:r>
              <a:t>Neutral Sentiment: 4.2%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95.8% (22 posts)</a:t>
            </a:r>
          </a:p>
          <a:p>
            <a:pPr lvl="1"/>
            <a:r>
              <a:t>Neutral: 4.2% (1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24 posts (Avg Sentiment: 0.98)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24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2,099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