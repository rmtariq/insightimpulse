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"PRN Johor" OR "Johor election" OR "undi Johor" OR "BN Johor" OR "PN Johor" OR "PH Johor" OR "UMNO Johor" OR "PAS Johor" OR "DAP Johor" OR "PKR Johor" OR "Bersatu Johor"</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335</a:t>
            </a:r>
          </a:p>
          <a:p>
            <a:pPr/>
            <a:r>
              <a:t>Analysis Type: Social Listening</a:t>
            </a:r>
          </a:p>
          <a:p>
            <a:pPr/>
            <a:r>
              <a:t>Positive Sentiment: 13.4%</a:t>
            </a:r>
          </a:p>
          <a:p>
            <a:pPr/>
            <a:r>
              <a:t>Neutral Sentiment: 47.2%</a:t>
            </a:r>
          </a:p>
          <a:p>
            <a:pPr/>
            <a:r>
              <a:t>Negative Sentiment: 39.4%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NEGATIVE - Notable negative sentiment</a:t>
            </a:r>
          </a:p>
          <a:p>
            <a:pPr lvl="1"/>
            <a:r>
              <a:t>Positive: 13.4% (44 posts)</a:t>
            </a:r>
          </a:p>
          <a:p>
            <a:pPr lvl="1"/>
            <a:r>
              <a:t>Neutral: 47.2% (158 posts)</a:t>
            </a:r>
          </a:p>
          <a:p>
            <a:pPr lvl="1"/>
            <a:r>
              <a:t>Negative: 39.4% (131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X: 335 posts (Avg Sentiment: 0.38)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335 data points across 1 platforms</a:t>
            </a:r>
          </a:p>
          <a:p>
            <a:pPr/>
            <a:r>
              <a:t>Statistical confidence: Limited (45%)</a:t>
            </a:r>
          </a:p>
          <a:p>
            <a:pPr/>
            <a:r>
              <a:t>Overall sentiment: Negative (±±15-25%)</a:t>
            </a:r>
          </a:p>
          <a:p>
            <a:pPr/>
            <a:r>
              <a:t>Total engagement: 28,756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