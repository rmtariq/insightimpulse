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https://www.tiktok.com/@muhyiddinyassin_tsmy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5,175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(5,175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5,175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5,175 data points across 1 platforms</a:t>
            </a:r>
          </a:p>
          <a:p>
            <a:pPr/>
            <a:r>
              <a:t>Statistical confidence: Business Grade (75%)</a:t>
            </a:r>
          </a:p>
          <a:p>
            <a:pPr/>
            <a:r>
              <a:t>Overall sentiment: Negative (±±5-8%)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