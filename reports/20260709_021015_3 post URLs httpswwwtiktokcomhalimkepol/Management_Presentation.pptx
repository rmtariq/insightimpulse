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3 post URLs (https://www.tiktok.com/@halimkepol…)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78.8%</a:t>
            </a:r>
          </a:p>
          <a:p>
            <a:pPr/>
            <a:r>
              <a:t>Neutral Sentiment: 9.6%</a:t>
            </a:r>
          </a:p>
          <a:p>
            <a:pPr/>
            <a:r>
              <a:t>Negative Sentiment: 11.5%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78.8% (40 posts)</a:t>
            </a:r>
          </a:p>
          <a:p>
            <a:pPr lvl="1"/>
            <a:r>
              <a:t>Neutral: 9.6% (4 posts)</a:t>
            </a:r>
          </a:p>
          <a:p>
            <a:pPr lvl="1"/>
            <a:r>
              <a:t>Negative: 11.5% (5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52 posts (Avg Sentiment: 0.84)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10,577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