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maraliner OR "mara liner" OR "bas mara" OR "mara express"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17,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93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45.2%</a:t>
            </a:r>
          </a:p>
          <a:p>
            <a:pPr/>
            <a:r>
              <a:t>Neutral Sentiment: 50.5%</a:t>
            </a:r>
          </a:p>
          <a:p>
            <a:pPr/>
            <a:r>
              <a:t>Negative Sentiment: 4.3%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✅ POSITIVE - Generally favorable</a:t>
            </a:r>
          </a:p>
          <a:p>
            <a:pPr lvl="1"/>
            <a:r>
              <a:t>Positive: 45.2% (42 posts)</a:t>
            </a:r>
          </a:p>
          <a:p>
            <a:pPr lvl="1"/>
            <a:r>
              <a:t>Neutral: 50.5% (47 posts)</a:t>
            </a:r>
          </a:p>
          <a:p>
            <a:pPr lvl="1"/>
            <a:r>
              <a:t>Negative: 4.3% (4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Facebook: 93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93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Positive (±±15-25%)</a:t>
            </a:r>
          </a:p>
          <a:p>
            <a:pPr/>
            <a:r>
              <a:t>Total engagement: 401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