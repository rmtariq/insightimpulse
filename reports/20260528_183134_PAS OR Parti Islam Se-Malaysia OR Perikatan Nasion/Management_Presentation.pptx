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("PAS" OR "Parti Islam Se-Malaysia" OR "Perikatan Nasional" OR "PN" OR hajihadi OR tuanguru OR “tuan guru” OR presidenpas OR “presiden pas”)</a:t>
            </a:r>
          </a:p>
          <a:p>
            <a:r>
              <a:t>AND</a:t>
            </a:r>
          </a:p>
          <a:p>
            <a:r>
              <a:t>("Bersatu" OR "PPBM" OR "Muhyiddin" OR "parti sekutu" OR "komponen PN")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50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(50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Threads: 50 posts (Avg Sentiment: 0.50)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50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259,038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