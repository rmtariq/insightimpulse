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maraliner OR "mara liner" OR "bas mara" OR "mara express"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May 18,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100</a:t>
            </a:r>
          </a:p>
          <a:p>
            <a:pPr/>
            <a:r>
              <a:t>Analysis Type: Social Listening</a:t>
            </a:r>
          </a:p>
          <a:p>
            <a:pPr/>
            <a:r>
              <a:t>Positive Sentiment: 8.0%</a:t>
            </a:r>
          </a:p>
          <a:p>
            <a:pPr/>
            <a:r>
              <a:t>Neutral Sentiment: 89.0%</a:t>
            </a:r>
          </a:p>
          <a:p>
            <a:pPr/>
            <a:r>
              <a:t>Negative Sentiment: 3.0%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➖ NEUTRAL - Mixed sentiment</a:t>
            </a:r>
          </a:p>
          <a:p>
            <a:pPr lvl="1"/>
            <a:r>
              <a:t>Positive: 8.0% (8 posts)</a:t>
            </a:r>
          </a:p>
          <a:p>
            <a:pPr lvl="1"/>
            <a:r>
              <a:t>Neutral: 89.0% (89 posts)</a:t>
            </a:r>
          </a:p>
          <a:p>
            <a:pPr lvl="1"/>
            <a:r>
              <a:t>Negative: 3.0% (3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Youtube: 100 posts (Avg Sentiment: 0.00)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100 data points across 1 platforms</a:t>
            </a:r>
          </a:p>
          <a:p>
            <a:pPr/>
            <a:r>
              <a:t>Statistical confidence: Limited (45%)</a:t>
            </a:r>
          </a:p>
          <a:p>
            <a:pPr/>
            <a:r>
              <a:t>Overall sentiment: Neutral (±±15-25%)</a:t>
            </a:r>
          </a:p>
          <a:p>
            <a:pPr/>
            <a:r>
              <a:t>Total engagement: 1,527 interactions</a:t>
            </a:r>
          </a:p>
          <a:p>
            <a:pPr/>
            <a:r>
              <a:t>Top trending topics identified: 5 topics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