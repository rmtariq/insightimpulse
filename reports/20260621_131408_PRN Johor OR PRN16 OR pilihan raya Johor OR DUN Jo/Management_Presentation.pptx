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("PRN Johor" OR "PRN16" OR "pilihan raya Johor" OR "DUN Johor" OR "PRN N9" OR "PRN Negeri Sembilan" OR "PRNN9" OR "Negeri Sembilan mengundi") when:7d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June 21,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208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14.9%</a:t>
            </a:r>
          </a:p>
          <a:p>
            <a:pPr/>
            <a:r>
              <a:t>Neutral Sentiment: 59.6%</a:t>
            </a:r>
          </a:p>
          <a:p>
            <a:pPr/>
            <a:r>
              <a:t>Negative Sentiment: 25.5%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14.9% (30 posts)</a:t>
            </a:r>
          </a:p>
          <a:p>
            <a:pPr lvl="1"/>
            <a:r>
              <a:t>Neutral: 59.6% (123 posts)</a:t>
            </a:r>
          </a:p>
          <a:p>
            <a:pPr lvl="1"/>
            <a:r>
              <a:t>Negative: 25.5% (53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News: 208 posts (Avg Sentiment: 0.46)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208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0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