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"PRN Negeri Sembilan" OR "pilihan raya negeri sembilan" OR "SPR Negeri Sembilan" OR Aminuddin OR "PAS Negeri Sembilan"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325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22.5%</a:t>
            </a:r>
          </a:p>
          <a:p>
            <a:pPr/>
            <a:r>
              <a:t>Neutral Sentiment: 46.8%</a:t>
            </a:r>
          </a:p>
          <a:p>
            <a:pPr/>
            <a:r>
              <a:t>Negative Sentiment: 30.8%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22.5% (73 posts)</a:t>
            </a:r>
          </a:p>
          <a:p>
            <a:pPr lvl="1"/>
            <a:r>
              <a:t>Neutral: 46.8% (152 posts)</a:t>
            </a:r>
          </a:p>
          <a:p>
            <a:pPr lvl="1"/>
            <a:r>
              <a:t>Negative: 30.8% (100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224 posts (Avg Sentiment: 0.46)</a:t>
            </a:r>
          </a:p>
          <a:p>
            <a:pPr lvl="1"/>
            <a:r>
              <a:t>Tiktok: 69 posts (Avg Sentiment: 0.49)</a:t>
            </a:r>
          </a:p>
          <a:p>
            <a:pPr lvl="1"/>
            <a:r>
              <a:t>News: 28 posts (Avg Sentiment: 0.37)</a:t>
            </a:r>
          </a:p>
          <a:p>
            <a:pPr lvl="1"/>
            <a:r>
              <a:t>X: 4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325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70,009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