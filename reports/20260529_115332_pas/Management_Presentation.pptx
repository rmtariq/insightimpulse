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239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33.1%</a:t>
            </a:r>
          </a:p>
          <a:p>
            <a:pPr/>
            <a:r>
              <a:t>Neutral Sentiment: 56.5%</a:t>
            </a:r>
          </a:p>
          <a:p>
            <a:pPr/>
            <a:r>
              <a:t>Negative Sentiment: 10.5%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33.1% (79 posts)</a:t>
            </a:r>
          </a:p>
          <a:p>
            <a:pPr lvl="1"/>
            <a:r>
              <a:t>Neutral: 56.5% (135 posts)</a:t>
            </a:r>
          </a:p>
          <a:p>
            <a:pPr lvl="1"/>
            <a:r>
              <a:t>Negative: 10.5% (25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Linkedin: 239 posts (Avg Sentiment: 0.60)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239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4,698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