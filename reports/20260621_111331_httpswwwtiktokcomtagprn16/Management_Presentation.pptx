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https://www.tiktok.com/tag/prn16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121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28.9%</a:t>
            </a:r>
          </a:p>
          <a:p>
            <a:pPr/>
            <a:r>
              <a:t>Neutral Sentiment: 36.4%</a:t>
            </a:r>
          </a:p>
          <a:p>
            <a:pPr/>
            <a:r>
              <a:t>Negative Sentiment: 34.7%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28.9% (34 posts)</a:t>
            </a:r>
          </a:p>
          <a:p>
            <a:pPr lvl="1"/>
            <a:r>
              <a:t>Neutral: 36.4% (44 posts)</a:t>
            </a:r>
          </a:p>
          <a:p>
            <a:pPr lvl="1"/>
            <a:r>
              <a:t>Negative: 34.7% (41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116 posts (Avg Sentiment: 0.48)</a:t>
            </a:r>
          </a:p>
          <a:p>
            <a:pPr lvl="1"/>
            <a:r>
              <a:t>Youtube: 3 posts (Avg Sentiment: 0.21)</a:t>
            </a:r>
          </a:p>
          <a:p>
            <a:pPr lvl="1"/>
            <a:r>
              <a:t>Facebook: 1 posts (Avg Sentiment: 0.50)</a:t>
            </a:r>
          </a:p>
          <a:p>
            <a:pPr lvl="1"/>
            <a:r>
              <a:t>X: 1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121 data points across 5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11,728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