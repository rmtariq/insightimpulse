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(50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50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418,308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