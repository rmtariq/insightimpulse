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 Bersatu" OR "PAS-Bersatu" OR "PAS dan Bersatu" OR "hubungan PAS Bersatu" OR "kerjasama PAS Bersatu")</a:t>
            </a:r>
          </a:p>
          <a:p>
            <a:r>
              <a:t>AND</a:t>
            </a:r>
          </a:p>
          <a:p>
            <a:r>
              <a:t>("perpecahan" OR "berpecah" OR "retak" OR "retak menanti belah" OR "risky rift")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1,761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25.3%</a:t>
            </a:r>
          </a:p>
          <a:p>
            <a:pPr/>
            <a:r>
              <a:t>Neutral Sentiment: 37.8%</a:t>
            </a:r>
          </a:p>
          <a:p>
            <a:pPr/>
            <a:r>
              <a:t>Negative Sentiment: 36.9%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25.3% (445 posts)</a:t>
            </a:r>
          </a:p>
          <a:p>
            <a:pPr lvl="1"/>
            <a:r>
              <a:t>Neutral: 37.8% (665 posts)</a:t>
            </a:r>
          </a:p>
          <a:p>
            <a:pPr lvl="1"/>
            <a:r>
              <a:t>Negative: 36.9% (649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530 posts (Avg Sentiment: 0.31)</a:t>
            </a:r>
          </a:p>
          <a:p>
            <a:pPr lvl="1"/>
            <a:r>
              <a:t>Threads: 497 posts (Avg Sentiment: 0.34)</a:t>
            </a:r>
          </a:p>
          <a:p>
            <a:pPr lvl="1"/>
            <a:r>
              <a:t>Tiktok: 437 posts (Avg Sentiment: 0.66)</a:t>
            </a:r>
          </a:p>
          <a:p>
            <a:pPr lvl="1"/>
            <a:r>
              <a:t>Instagram: 191 posts (Avg Sentiment: 0.60)</a:t>
            </a:r>
          </a:p>
          <a:p>
            <a:pPr lvl="1"/>
            <a:r>
              <a:t>X: 95 posts (Avg Sentiment: 0.35)</a:t>
            </a:r>
          </a:p>
          <a:p>
            <a:pPr lvl="1"/>
            <a:r>
              <a:t>Facebook: 11 posts (Avg Sentiment: 0.31)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1,761 data points across 6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17,499,902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