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OR UMNO OR DAP OR PN ("Negeri Sembilan" OR Johor) PRN when:7d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756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9.5%</a:t>
            </a:r>
          </a:p>
          <a:p>
            <a:pPr/>
            <a:r>
              <a:t>Neutral Sentiment: 69.2%</a:t>
            </a:r>
          </a:p>
          <a:p>
            <a:pPr/>
            <a:r>
              <a:t>Negative Sentiment: 21.3%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9.5% (71 posts)</a:t>
            </a:r>
          </a:p>
          <a:p>
            <a:pPr lvl="1"/>
            <a:r>
              <a:t>Neutral: 69.2% (523 posts)</a:t>
            </a:r>
          </a:p>
          <a:p>
            <a:pPr lvl="1"/>
            <a:r>
              <a:t>Negative: 21.3% (161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756 posts (Avg Sentiment: 0.45)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756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