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kedai tutup Malaysia OR bisnes rugi Malaysia OR pinjaman bank tak lepas OR kos naik bisnes OR usahawan Malaysia susah OR modal habis OR cashflow masalah OR pekerja berhenti OR sewa naik OR bisnes gulung tikar</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4</a:t>
            </a:r>
          </a:p>
          <a:p>
            <a:pPr/>
            <a:r>
              <a:t>Analysis Type: Social Listening</a:t>
            </a:r>
          </a:p>
          <a:p>
            <a:pPr/>
            <a:r>
              <a:t>Positive Sentiment: 50.0%</a:t>
            </a:r>
          </a:p>
          <a:p>
            <a:pPr/>
            <a:r>
              <a:t>Neutral Sentiment: 25.0%</a:t>
            </a:r>
          </a:p>
          <a:p>
            <a:pPr/>
            <a:r>
              <a:t>Negative Sentiment: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POSITIVE - Generally favorable</a:t>
            </a:r>
          </a:p>
          <a:p>
            <a:pPr lvl="1"/>
            <a:r>
              <a:t>Positive: 50.0% (2 posts)</a:t>
            </a:r>
          </a:p>
          <a:p>
            <a:pPr lvl="1"/>
            <a:r>
              <a:t>Neutral: 25.0% (1 posts)</a:t>
            </a:r>
          </a:p>
          <a:p>
            <a:pPr lvl="1"/>
            <a:r>
              <a:t>Negative: 25.0% (1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Facebook: 4 posts (Avg Sentiment: 0.64)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4 data points across 1 platforms</a:t>
            </a:r>
          </a:p>
          <a:p>
            <a:pPr/>
            <a:r>
              <a:t>Statistical confidence: Limited (45%)</a:t>
            </a:r>
          </a:p>
          <a:p>
            <a:pPr/>
            <a:r>
              <a:t>Overall sentiment: Positive (±±15-25%)</a:t>
            </a:r>
          </a:p>
          <a:p>
            <a:pPr/>
            <a:r>
              <a:t>Total engagement: 39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