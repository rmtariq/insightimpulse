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kedai tutup Malaysia OR rugi bisnes OR AKPK hutang OR pinjaman perniagaan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32.1%</a:t>
            </a:r>
          </a:p>
          <a:p>
            <a:pPr/>
            <a:r>
              <a:t>Neutral Sentiment: 15.1%</a:t>
            </a:r>
          </a:p>
          <a:p>
            <a:pPr/>
            <a:r>
              <a:t>Negative Sentiment: 52.8%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32.1% (17 posts)</a:t>
            </a:r>
          </a:p>
          <a:p>
            <a:pPr lvl="1"/>
            <a:r>
              <a:t>Neutral: 15.1% (8 posts)</a:t>
            </a:r>
          </a:p>
          <a:p>
            <a:pPr lvl="1"/>
            <a:r>
              <a:t>Negative: 52.8% (27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53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321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