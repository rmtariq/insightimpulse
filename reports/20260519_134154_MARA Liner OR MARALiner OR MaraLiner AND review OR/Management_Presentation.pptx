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("MARA Liner" OR "MARALiner" OR "MaraLiner") AND (review OR "brand" OR "reputation" OR "brand image")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229</a:t>
            </a:r>
          </a:p>
          <a:p>
            <a:pPr/>
            <a:r>
              <a:t>Analysis Type: Brand Monitoring</a:t>
            </a:r>
          </a:p>
          <a:p>
            <a:pPr/>
            <a:r>
              <a:t>Positive Sentiment: 47.2%</a:t>
            </a:r>
          </a:p>
          <a:p>
            <a:pPr/>
            <a:r>
              <a:t>Neutral Sentiment: 42.8%</a:t>
            </a:r>
          </a:p>
          <a:p>
            <a:pPr/>
            <a:r>
              <a:t>Negative Sentiment: 10.0%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47.2% (108 posts)</a:t>
            </a:r>
          </a:p>
          <a:p>
            <a:pPr lvl="1"/>
            <a:r>
              <a:t>Neutral: 42.8% (98 posts)</a:t>
            </a:r>
          </a:p>
          <a:p>
            <a:pPr lvl="1"/>
            <a:r>
              <a:t>Negative: 10.0% (22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124 posts (Avg Sentiment: 0.00)</a:t>
            </a:r>
          </a:p>
          <a:p>
            <a:pPr lvl="1"/>
            <a:r>
              <a:t>News: 40 posts (Avg Sentiment: 0.00)</a:t>
            </a:r>
          </a:p>
          <a:p>
            <a:pPr lvl="1"/>
            <a:r>
              <a:t>Tiktok: 36 posts (Avg Sentiment: 0.00)</a:t>
            </a:r>
          </a:p>
          <a:p>
            <a:pPr lvl="1"/>
            <a:r>
              <a:t>X: 17 posts (Avg Sentiment: 0.00)</a:t>
            </a:r>
          </a:p>
          <a:p>
            <a:pPr lvl="1"/>
            <a:r>
              <a:t>Instagram: 12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