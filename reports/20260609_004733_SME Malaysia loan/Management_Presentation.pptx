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SME Malaysia loan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699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33.3%</a:t>
            </a:r>
          </a:p>
          <a:p>
            <a:pPr/>
            <a:r>
              <a:t>Neutral Sentiment: 57.2%</a:t>
            </a:r>
          </a:p>
          <a:p>
            <a:pPr/>
            <a:r>
              <a:t>Negative Sentiment: 9.4%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33.3% (232 posts)</a:t>
            </a:r>
          </a:p>
          <a:p>
            <a:pPr lvl="1"/>
            <a:r>
              <a:t>Neutral: 57.2% (399 posts)</a:t>
            </a:r>
          </a:p>
          <a:p>
            <a:pPr lvl="1"/>
            <a:r>
              <a:t>Negative: 9.4% (65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Linkedin: 699 posts (Avg Sentiment: 0.61)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699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27,706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