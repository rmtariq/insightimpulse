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 OR "subsidi minyak" OR minyaksubsidi OR "minyak subsidi"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150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27.3%</a:t>
            </a:r>
          </a:p>
          <a:p>
            <a:pPr/>
            <a:r>
              <a:t>Neutral Sentiment: 44.7%</a:t>
            </a:r>
          </a:p>
          <a:p>
            <a:pPr/>
            <a:r>
              <a:t>Negative Sentiment: 28.0%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27.3% (40 posts)</a:t>
            </a:r>
          </a:p>
          <a:p>
            <a:pPr lvl="1"/>
            <a:r>
              <a:t>Neutral: 44.7% (67 posts)</a:t>
            </a:r>
          </a:p>
          <a:p>
            <a:pPr lvl="1"/>
            <a:r>
              <a:t>Negative: 28.0% (42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75 posts (Avg Sentiment: 0.44)</a:t>
            </a:r>
          </a:p>
          <a:p>
            <a:pPr lvl="1"/>
            <a:r>
              <a:t>Youtube: 75 posts (Avg Sentiment: 0.56)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150 data points across 2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54,969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