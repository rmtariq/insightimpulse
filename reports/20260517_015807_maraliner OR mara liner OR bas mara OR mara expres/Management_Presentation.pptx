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maraliner OR "mara liner" OR "bas mara" OR "mara express"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194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(194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194 posts (Avg Sentiment: 0.00)</a:t>
            </a:r>
          </a:p>
          <a:p>
            <a:pPr lvl="1"/>
            <a:r>
              <a:t>Facebook: 0 posts (Avg Sentiment: 0.00)</a:t>
            </a:r>
          </a:p>
          <a:p>
            <a:pPr lvl="1"/>
            <a:r>
              <a:t>X: 0 posts (Avg Sentiment: 0.00)</a:t>
            </a:r>
          </a:p>
          <a:p>
            <a:pPr lvl="1"/>
            <a:r>
              <a:t>Google: 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194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