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217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16.6%</a:t>
            </a:r>
          </a:p>
          <a:p>
            <a:pPr/>
            <a:r>
              <a:t>Neutral Sentiment: 62.2%</a:t>
            </a:r>
          </a:p>
          <a:p>
            <a:pPr/>
            <a:r>
              <a:t>Negative Sentiment: 21.2%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16.6% (36 posts)</a:t>
            </a:r>
          </a:p>
          <a:p>
            <a:pPr lvl="1"/>
            <a:r>
              <a:t>Neutral: 62.2% (134 posts)</a:t>
            </a:r>
          </a:p>
          <a:p>
            <a:pPr lvl="1"/>
            <a:r>
              <a:t>Negative: 21.2% (46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217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217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28,628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