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minyakmahal OR "minyak mahal" OR rakyatsusah OR "rakyat susah" OR hargabarangmahal OR "harga barang mahal"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29.6%</a:t>
            </a:r>
          </a:p>
          <a:p>
            <a:pPr/>
            <a:r>
              <a:t>Neutral Sentiment: 22.2%</a:t>
            </a:r>
          </a:p>
          <a:p>
            <a:pPr/>
            <a:r>
              <a:t>Negative Sentiment: 48.1%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29.6% (7 posts)</a:t>
            </a:r>
          </a:p>
          <a:p>
            <a:pPr lvl="1"/>
            <a:r>
              <a:t>Neutral: 22.2% (5 posts)</a:t>
            </a:r>
          </a:p>
          <a:p>
            <a:pPr lvl="1"/>
            <a:r>
              <a:t>Negative: 48.1% (12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27 posts (Avg Sentiment: 0.42)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3,258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