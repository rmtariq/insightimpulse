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201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15.4%</a:t>
            </a:r>
          </a:p>
          <a:p>
            <a:pPr/>
            <a:r>
              <a:t>Neutral Sentiment: 52.2%</a:t>
            </a:r>
          </a:p>
          <a:p>
            <a:pPr/>
            <a:r>
              <a:t>Negative Sentiment: 32.3%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15.4% (30 posts)</a:t>
            </a:r>
          </a:p>
          <a:p>
            <a:pPr lvl="1"/>
            <a:r>
              <a:t>Neutral: 52.2% (104 posts)</a:t>
            </a:r>
          </a:p>
          <a:p>
            <a:pPr lvl="1"/>
            <a:r>
              <a:t>Negative: 32.3% (64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201 posts (Avg Sentiment: 0.42)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201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11,656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