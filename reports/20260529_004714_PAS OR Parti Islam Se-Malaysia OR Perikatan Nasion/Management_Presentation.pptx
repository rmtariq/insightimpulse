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45.4%</a:t>
            </a:r>
          </a:p>
          <a:p>
            <a:pPr/>
            <a:r>
              <a:t>Neutral Sentiment: 31.4%</a:t>
            </a:r>
          </a:p>
          <a:p>
            <a:pPr/>
            <a:r>
              <a:t>Negative Sentiment: 23.3%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45.4% (230 posts)</a:t>
            </a:r>
          </a:p>
          <a:p>
            <a:pPr lvl="1"/>
            <a:r>
              <a:t>Neutral: 31.4% (159 posts)</a:t>
            </a:r>
          </a:p>
          <a:p>
            <a:pPr lvl="1"/>
            <a:r>
              <a:t>Negative: 23.3% (118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507 posts (Avg Sentiment: 0.60)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507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15,400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