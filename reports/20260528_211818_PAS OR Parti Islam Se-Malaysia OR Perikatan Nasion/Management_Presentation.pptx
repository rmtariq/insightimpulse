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2,907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25.7%</a:t>
            </a:r>
          </a:p>
          <a:p>
            <a:pPr/>
            <a:r>
              <a:t>Neutral Sentiment: 38.5%</a:t>
            </a:r>
          </a:p>
          <a:p>
            <a:pPr/>
            <a:r>
              <a:t>Negative Sentiment: 35.8%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25.7% (747 posts)</a:t>
            </a:r>
          </a:p>
          <a:p>
            <a:pPr lvl="1"/>
            <a:r>
              <a:t>Neutral: 38.5% (1,119 posts)</a:t>
            </a:r>
          </a:p>
          <a:p>
            <a:pPr lvl="1"/>
            <a:r>
              <a:t>Negative: 35.8% (1,040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2,096 posts (Avg Sentiment: 0.42)</a:t>
            </a:r>
          </a:p>
          <a:p>
            <a:pPr lvl="1"/>
            <a:r>
              <a:t>Tiktok: 493 posts (Avg Sentiment: 0.60)</a:t>
            </a:r>
          </a:p>
          <a:p>
            <a:pPr lvl="1"/>
            <a:r>
              <a:t>X: 303 posts (Avg Sentiment: 0.36)</a:t>
            </a:r>
          </a:p>
          <a:p>
            <a:pPr lvl="1"/>
            <a:r>
              <a:t>Facebook: 15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2,907 data points across 5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Neutral (±±8-12%)</a:t>
            </a:r>
          </a:p>
          <a:p>
            <a:pPr/>
            <a:r>
              <a:t>Total engagement: 11,891,314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