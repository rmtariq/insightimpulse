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Bersatu OR "PAS putus Bersatu" OR "Perikatan Nasional" OR Muhyiddin OR "Abdul Hadi Awang" OR "Negeri Sembilan" OR "PRN Johor" OR "PRN Melaka"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801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100.0%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100.0% (801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801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801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