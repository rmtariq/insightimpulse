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https://x.com/harakakdailyHD/status/2073369233719754967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July 05,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6</a:t>
            </a:r>
          </a:p>
          <a:p>
            <a:pPr/>
            <a:r>
              <a:t>Analysis Type: Social Media</a:t>
            </a:r>
          </a:p>
          <a:p>
            <a:pPr/>
            <a:r>
              <a:t>Positive Sentiment: 0.0%</a:t>
            </a:r>
          </a:p>
          <a:p>
            <a:pPr/>
            <a:r>
              <a:t>Neutral Sentiment: 50.0%</a:t>
            </a:r>
          </a:p>
          <a:p>
            <a:pPr/>
            <a:r>
              <a:t>Negative Sentiment: 50.0%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NEGATIVE - Notable negative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50.0% (3 posts)</a:t>
            </a:r>
          </a:p>
          <a:p>
            <a:pPr lvl="1"/>
            <a:r>
              <a:t>Negative: 50.0% (3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X: 6 posts (Avg Sentiment: 0.26)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Comprehensive data collection across all platforms</a:t>
            </a:r>
          </a:p>
          <a:p>
            <a:r>
              <a:t>• Sentiment analysis using Malaysian-focused AI models</a:t>
            </a:r>
          </a:p>
          <a:p>
            <a:r>
              <a:t>• Real-time monitoring and trend detection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