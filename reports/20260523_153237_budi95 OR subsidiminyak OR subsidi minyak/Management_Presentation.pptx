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 OR subsidiminyak OR "subsidi minyak"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245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28.2%</a:t>
            </a:r>
          </a:p>
          <a:p>
            <a:pPr/>
            <a:r>
              <a:t>Neutral Sentiment: 39.2%</a:t>
            </a:r>
          </a:p>
          <a:p>
            <a:pPr/>
            <a:r>
              <a:t>Negative Sentiment: 32.7%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28.2% (69 posts)</a:t>
            </a:r>
          </a:p>
          <a:p>
            <a:pPr lvl="1"/>
            <a:r>
              <a:t>Neutral: 39.2% (96 posts)</a:t>
            </a:r>
          </a:p>
          <a:p>
            <a:pPr lvl="1"/>
            <a:r>
              <a:t>Negative: 32.7% (80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170 posts (Avg Sentiment: 0.51)</a:t>
            </a:r>
          </a:p>
          <a:p>
            <a:pPr lvl="1"/>
            <a:r>
              <a:t>Instagram: 75 posts (Avg Sentiment: 0.40)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245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503,951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