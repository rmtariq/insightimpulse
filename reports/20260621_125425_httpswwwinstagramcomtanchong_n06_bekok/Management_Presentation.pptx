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https://www.instagram.com/tanchong_n06_bekok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2,324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24.1%</a:t>
            </a:r>
          </a:p>
          <a:p>
            <a:pPr/>
            <a:r>
              <a:t>Neutral Sentiment: 59.6%</a:t>
            </a:r>
          </a:p>
          <a:p>
            <a:pPr/>
            <a:r>
              <a:t>Negative Sentiment: 16.3%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24.1% (560 posts)</a:t>
            </a:r>
          </a:p>
          <a:p>
            <a:pPr lvl="1"/>
            <a:r>
              <a:t>Neutral: 59.6% (1,385 posts)</a:t>
            </a:r>
          </a:p>
          <a:p>
            <a:pPr lvl="1"/>
            <a:r>
              <a:t>Negative: 16.3% (378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1,789 posts (Avg Sentiment: 0.51)</a:t>
            </a:r>
          </a:p>
          <a:p>
            <a:pPr lvl="1"/>
            <a:r>
              <a:t>Instagram: 506 posts (Avg Sentiment: 0.63)</a:t>
            </a:r>
          </a:p>
          <a:p>
            <a:pPr lvl="1"/>
            <a:r>
              <a:t>Tiktok: 29 posts (Avg Sentiment: 0.77)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2,324 data points across 3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Neutral (±±8-12%)</a:t>
            </a:r>
          </a:p>
          <a:p>
            <a:pPr/>
            <a:r>
              <a:t>Total engagement: 609,363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