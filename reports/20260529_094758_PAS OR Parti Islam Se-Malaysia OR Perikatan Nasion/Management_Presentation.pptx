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"PAS" OR "Parti Islam Se-Malaysia" OR "Perikatan Nasional" OR "PN" OR hajihadi OR tuanguru OR “tuan guru” OR presidenpas OR “presiden pas”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525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10.9%</a:t>
            </a:r>
          </a:p>
          <a:p>
            <a:pPr/>
            <a:r>
              <a:t>Neutral Sentiment: 40.0%</a:t>
            </a:r>
          </a:p>
          <a:p>
            <a:pPr/>
            <a:r>
              <a:t>Negative Sentiment: 49.1%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10.9% (57 posts)</a:t>
            </a:r>
          </a:p>
          <a:p>
            <a:pPr lvl="1"/>
            <a:r>
              <a:t>Neutral: 40.0% (210 posts)</a:t>
            </a:r>
          </a:p>
          <a:p>
            <a:pPr lvl="1"/>
            <a:r>
              <a:t>Negative: 49.1% (257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525 posts (Avg Sentiment: 0.32)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525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48,732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