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15 post URLs (https://www.tiktok.com/@amirulasraf1987/video/76…)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2,503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34.8%</a:t>
            </a:r>
          </a:p>
          <a:p>
            <a:pPr/>
            <a:r>
              <a:t>Neutral Sentiment: 53.1%</a:t>
            </a:r>
          </a:p>
          <a:p>
            <a:pPr/>
            <a:r>
              <a:t>Negative Sentiment: 12.1%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34.8% (871 posts)</a:t>
            </a:r>
          </a:p>
          <a:p>
            <a:pPr lvl="1"/>
            <a:r>
              <a:t>Neutral: 53.1% (1,329 posts)</a:t>
            </a:r>
          </a:p>
          <a:p>
            <a:pPr lvl="1"/>
            <a:r>
              <a:t>Negative: 12.1% (302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2,503 posts (Avg Sentiment: 0.60)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2,503 data points across 1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164,965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