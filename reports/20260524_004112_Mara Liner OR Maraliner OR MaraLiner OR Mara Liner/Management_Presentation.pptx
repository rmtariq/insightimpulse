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("Mara Liner" OR Maraliner OR "MaraLiner" OR "Mara Liner Sdn Bhd")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793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28.9%</a:t>
            </a:r>
          </a:p>
          <a:p>
            <a:pPr/>
            <a:r>
              <a:t>Neutral Sentiment: 44.0%</a:t>
            </a:r>
          </a:p>
          <a:p>
            <a:pPr/>
            <a:r>
              <a:t>Negative Sentiment: 27.1%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28.9% (229 posts)</a:t>
            </a:r>
          </a:p>
          <a:p>
            <a:pPr lvl="1"/>
            <a:r>
              <a:t>Neutral: 44.0% (348 posts)</a:t>
            </a:r>
          </a:p>
          <a:p>
            <a:pPr lvl="1"/>
            <a:r>
              <a:t>Negative: 27.1% (214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355 posts (Avg Sentiment: 0.42)</a:t>
            </a:r>
          </a:p>
          <a:p>
            <a:pPr lvl="1"/>
            <a:r>
              <a:t>X: 193 posts (Avg Sentiment: 0.48)</a:t>
            </a:r>
          </a:p>
          <a:p>
            <a:pPr lvl="1"/>
            <a:r>
              <a:t>Instagram: 160 posts (Avg Sentiment: 0.68)</a:t>
            </a:r>
          </a:p>
          <a:p>
            <a:pPr lvl="1"/>
            <a:r>
              <a:t>Facebook: 85 posts (Avg Sentiment: 0.70)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793 data points across 4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4,579,550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