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149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20.8%</a:t>
            </a:r>
          </a:p>
          <a:p>
            <a:pPr/>
            <a:r>
              <a:t>Neutral Sentiment: 62.4%</a:t>
            </a:r>
          </a:p>
          <a:p>
            <a:pPr/>
            <a:r>
              <a:t>Negative Sentiment: 16.8%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20.8% (30 posts)</a:t>
            </a:r>
          </a:p>
          <a:p>
            <a:pPr lvl="1"/>
            <a:r>
              <a:t>Neutral: 62.4% (92 posts)</a:t>
            </a:r>
          </a:p>
          <a:p>
            <a:pPr lvl="1"/>
            <a:r>
              <a:t>Negative: 16.8% (25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75 posts (Avg Sentiment: 0.45)</a:t>
            </a:r>
          </a:p>
          <a:p>
            <a:pPr lvl="1"/>
            <a:r>
              <a:t>Youtube: 74 posts (Avg Sentiment: 0.59)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149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8,650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