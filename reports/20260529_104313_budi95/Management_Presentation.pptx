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246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16.3%</a:t>
            </a:r>
          </a:p>
          <a:p>
            <a:pPr/>
            <a:r>
              <a:t>Neutral Sentiment: 49.6%</a:t>
            </a:r>
          </a:p>
          <a:p>
            <a:pPr/>
            <a:r>
              <a:t>Negative Sentiment: 34.1%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16.3% (40 posts)</a:t>
            </a:r>
          </a:p>
          <a:p>
            <a:pPr lvl="1"/>
            <a:r>
              <a:t>Neutral: 49.6% (122 posts)</a:t>
            </a:r>
          </a:p>
          <a:p>
            <a:pPr lvl="1"/>
            <a:r>
              <a:t>Negative: 34.1% (83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246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246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49,662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