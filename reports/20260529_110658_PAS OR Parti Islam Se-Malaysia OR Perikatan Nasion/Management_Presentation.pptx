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416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82.5%</a:t>
            </a:r>
          </a:p>
          <a:p>
            <a:pPr/>
            <a:r>
              <a:t>Neutral Sentiment: 11.1%</a:t>
            </a:r>
          </a:p>
          <a:p>
            <a:pPr/>
            <a:r>
              <a:t>Negative Sentiment: 6.5%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82.5% (343 posts)</a:t>
            </a:r>
          </a:p>
          <a:p>
            <a:pPr lvl="1"/>
            <a:r>
              <a:t>Neutral: 11.1% (46 posts)</a:t>
            </a:r>
          </a:p>
          <a:p>
            <a:pPr lvl="1"/>
            <a:r>
              <a:t>Negative: 6.5% (27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416 posts (Avg Sentiment: 0.83)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416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10,524,953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