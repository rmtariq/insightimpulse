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64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28.1%</a:t>
            </a:r>
          </a:p>
          <a:p>
            <a:pPr/>
            <a:r>
              <a:t>Neutral Sentiment: 68.8%</a:t>
            </a:r>
          </a:p>
          <a:p>
            <a:pPr/>
            <a:r>
              <a:t>Negative Sentiment: 3.1%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28.1% (18 posts)</a:t>
            </a:r>
          </a:p>
          <a:p>
            <a:pPr lvl="1"/>
            <a:r>
              <a:t>Neutral: 68.8% (44 posts)</a:t>
            </a:r>
          </a:p>
          <a:p>
            <a:pPr lvl="1"/>
            <a:r>
              <a:t>Negative: 3.1% (2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Linkedin: 64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64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2,712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