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kedai tutup OR closing down sale OR rugi bisnes OR kos naik lagi OR cashflow masalah OR bisnes gulung tikar OR modal habis OR sewa naik tak mampu OR pekerja berhenti OR tak boleh bayar ansuran OR Malaysia business closure OR SME loan stress OR F&amp;B Malaysia shutting down OR supply chain disruption Malaysia OR small business Malaysia struggling OR US tariff Malaysia SME OR inflasi Malaysia 2026 OR AKPK hutang OR bankrap muda Malaysia OR pinjaman perniagaan masalah</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1,279</a:t>
            </a:r>
          </a:p>
          <a:p>
            <a:pPr/>
            <a:r>
              <a:t>Analysis Type: Social Listening</a:t>
            </a:r>
          </a:p>
          <a:p>
            <a:pPr/>
            <a:r>
              <a:t>Positive Sentiment: 23.0%</a:t>
            </a:r>
          </a:p>
          <a:p>
            <a:pPr/>
            <a:r>
              <a:t>Neutral Sentiment: 53.3%</a:t>
            </a:r>
          </a:p>
          <a:p>
            <a:pPr/>
            <a:r>
              <a:t>Negative Sentiment: 23.7%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NEUTRAL - Mixed sentiment</a:t>
            </a:r>
          </a:p>
          <a:p>
            <a:pPr lvl="1"/>
            <a:r>
              <a:t>Positive: 23.0% (294 posts)</a:t>
            </a:r>
          </a:p>
          <a:p>
            <a:pPr lvl="1"/>
            <a:r>
              <a:t>Neutral: 53.3% (681 posts)</a:t>
            </a:r>
          </a:p>
          <a:p>
            <a:pPr lvl="1"/>
            <a:r>
              <a:t>Negative: 23.7% (303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Instagram: 418 posts (Avg Sentiment: 0.55)</a:t>
            </a:r>
          </a:p>
          <a:p>
            <a:pPr lvl="1"/>
            <a:r>
              <a:t>X: 369 posts (Avg Sentiment: 0.32)</a:t>
            </a:r>
          </a:p>
          <a:p>
            <a:pPr lvl="1"/>
            <a:r>
              <a:t>Tiktok: 306 posts (Avg Sentiment: 0.61)</a:t>
            </a:r>
          </a:p>
          <a:p>
            <a:pPr lvl="1"/>
            <a:r>
              <a:t>News: 183 posts (Avg Sentiment: 0.47)</a:t>
            </a:r>
          </a:p>
          <a:p>
            <a:pPr lvl="1"/>
            <a:r>
              <a:t>Youtube: 3 posts (Avg Sentiment: 0.97)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1,362 data points across 6 platforms</a:t>
            </a:r>
          </a:p>
          <a:p>
            <a:pPr/>
            <a:r>
              <a:t>Statistical confidence: Standard (65%)</a:t>
            </a:r>
          </a:p>
          <a:p>
            <a:pPr/>
            <a:r>
              <a:t>Overall sentiment: Neutral (±±8-12%)</a:t>
            </a:r>
          </a:p>
          <a:p>
            <a:pPr/>
            <a:r>
              <a:t>Total engagement: 5,269,307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