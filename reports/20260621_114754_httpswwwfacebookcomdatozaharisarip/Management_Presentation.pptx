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https://www.facebook.com/datozaharisarip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284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50.0%</a:t>
            </a:r>
          </a:p>
          <a:p>
            <a:pPr/>
            <a:r>
              <a:t>Neutral Sentiment: 36.3%</a:t>
            </a:r>
          </a:p>
          <a:p>
            <a:pPr/>
            <a:r>
              <a:t>Negative Sentiment: 13.7%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POSITIVE - Generally favorable</a:t>
            </a:r>
          </a:p>
          <a:p>
            <a:pPr lvl="1"/>
            <a:r>
              <a:t>Positive: 50.0% (142 posts)</a:t>
            </a:r>
          </a:p>
          <a:p>
            <a:pPr lvl="1"/>
            <a:r>
              <a:t>Neutral: 36.3% (103 posts)</a:t>
            </a:r>
          </a:p>
          <a:p>
            <a:pPr lvl="1"/>
            <a:r>
              <a:t>Negative: 13.7% (38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284 posts (Avg Sentiment: 0.67)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284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Positive (±±15-25%)</a:t>
            </a:r>
          </a:p>
          <a:p>
            <a:pPr/>
            <a:r>
              <a:t>Total engagement: 84,239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