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"PAS putus Bersatu" OR "Perikatan Nasional" OR Muhyiddin OR "Abdul Hadi Awang" OR "Negeri Sembilan" OR "PRN Johor" OR "PRN Melaka"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483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3.3%</a:t>
            </a:r>
          </a:p>
          <a:p>
            <a:pPr/>
            <a:r>
              <a:t>Neutral Sentiment: 77.0%</a:t>
            </a:r>
          </a:p>
          <a:p>
            <a:pPr/>
            <a:r>
              <a:t>Negative Sentiment: 19.7%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3.3% (15 posts)</a:t>
            </a:r>
          </a:p>
          <a:p>
            <a:pPr lvl="1"/>
            <a:r>
              <a:t>Neutral: 77.0% (371 posts)</a:t>
            </a:r>
          </a:p>
          <a:p>
            <a:pPr lvl="1"/>
            <a:r>
              <a:t>Negative: 19.7% (95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483 posts (Avg Sentiment: 0.43)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483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