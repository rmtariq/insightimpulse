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PAS Bersatu OR "PAS putus Bersatu" OR "Perikatan Nasional retak" OR Muhyiddin Yassin OR "Abdul Hadi Awang" OR "PAS Negeri Sembilan" OR "PRN Negeri Sembilan" OR "Muafakat Nasional"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468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(468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468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468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32,256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