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https://x.com/AbangJohari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14,010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(14,010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14,010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14,010 data points across 1 platforms</a:t>
            </a:r>
          </a:p>
          <a:p>
            <a:pPr/>
            <a:r>
              <a:t>Statistical confidence: Research Grade (85%)</a:t>
            </a:r>
          </a:p>
          <a:p>
            <a:pPr/>
            <a:r>
              <a:t>Overall sentiment: Negative (±±3-5%)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0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