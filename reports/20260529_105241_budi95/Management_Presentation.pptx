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90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18.9%</a:t>
            </a:r>
          </a:p>
          <a:p>
            <a:pPr/>
            <a:r>
              <a:t>Neutral Sentiment: 7.8%</a:t>
            </a:r>
          </a:p>
          <a:p>
            <a:pPr/>
            <a:r>
              <a:t>Negative Sentiment: 73.3%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18.9% (17 posts)</a:t>
            </a:r>
          </a:p>
          <a:p>
            <a:pPr lvl="1"/>
            <a:r>
              <a:t>Neutral: 7.8% (7 posts)</a:t>
            </a:r>
          </a:p>
          <a:p>
            <a:pPr lvl="1"/>
            <a:r>
              <a:t>Negative: 73.3% (65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90 posts (Avg Sentiment: 0.27)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90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1,566,844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