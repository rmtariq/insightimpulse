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2 post URLs (https://www.facebook.com/share/p/1ANZ8jR4YR/…)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2,039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17.3%</a:t>
            </a:r>
          </a:p>
          <a:p>
            <a:pPr/>
            <a:r>
              <a:t>Neutral Sentiment: 41.0%</a:t>
            </a:r>
          </a:p>
          <a:p>
            <a:pPr/>
            <a:r>
              <a:t>Negative Sentiment: 41.6%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17.3% (352 posts)</a:t>
            </a:r>
          </a:p>
          <a:p>
            <a:pPr lvl="1"/>
            <a:r>
              <a:t>Neutral: 41.0% (835 posts)</a:t>
            </a:r>
          </a:p>
          <a:p>
            <a:pPr lvl="1"/>
            <a:r>
              <a:t>Negative: 41.6% (848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2,039 posts (Avg Sentiment: 0.39)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2,039 data points across 1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50,727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