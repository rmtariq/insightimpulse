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("罗盛年" OR "Shawn Loh" OR "Harakatdaily HD" OR "akaun palsu" "伊党" OR "fitnah" "PAS" "BN" "syurga" OR "heaven" "PAS" "Barisan Nasional") when:7d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206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21.4%</a:t>
            </a:r>
          </a:p>
          <a:p>
            <a:pPr/>
            <a:r>
              <a:t>Neutral Sentiment: 52.4%</a:t>
            </a:r>
          </a:p>
          <a:p>
            <a:pPr/>
            <a:r>
              <a:t>Negative Sentiment: 26.2%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21.4% (44 posts)</a:t>
            </a:r>
          </a:p>
          <a:p>
            <a:pPr lvl="1"/>
            <a:r>
              <a:t>Neutral: 52.4% (107 posts)</a:t>
            </a:r>
          </a:p>
          <a:p>
            <a:pPr lvl="1"/>
            <a:r>
              <a:t>Negative: 26.2% (53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206 posts (Avg Sentiment: 0.48)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206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