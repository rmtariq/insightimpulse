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(Negeri Sembilan OR Seremban OR Nilai OR PRN N9) (PAS OR UMNO OR MN OR Muafakat)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07,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401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11.7%</a:t>
            </a:r>
          </a:p>
          <a:p>
            <a:pPr/>
            <a:r>
              <a:t>Neutral Sentiment: 36.4%</a:t>
            </a:r>
          </a:p>
          <a:p>
            <a:pPr/>
            <a:r>
              <a:t>Negative Sentiment: 51.9%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HIGHLY NEGATIVE - Significant concerns</a:t>
            </a:r>
          </a:p>
          <a:p>
            <a:pPr lvl="1"/>
            <a:r>
              <a:t>Positive: 11.7% (46 posts)</a:t>
            </a:r>
          </a:p>
          <a:p>
            <a:pPr lvl="1"/>
            <a:r>
              <a:t>Neutral: 36.4% (145 posts)</a:t>
            </a:r>
          </a:p>
          <a:p>
            <a:pPr lvl="1"/>
            <a:r>
              <a:t>Negative: 51.9% (208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366 posts (Avg Sentiment: 0.30)</a:t>
            </a:r>
          </a:p>
          <a:p>
            <a:pPr lvl="1"/>
            <a:r>
              <a:t>News: 31 posts (Avg Sentiment: 0.37)</a:t>
            </a:r>
          </a:p>
          <a:p>
            <a:pPr lvl="1"/>
            <a:r>
              <a:t>Instagram: 4 posts (Avg Sentiment: 0.73)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677 data points across 5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Negative (±±15-25%)</a:t>
            </a:r>
          </a:p>
          <a:p>
            <a:pPr/>
            <a:r>
              <a:t>Total engagement: 3,842,285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