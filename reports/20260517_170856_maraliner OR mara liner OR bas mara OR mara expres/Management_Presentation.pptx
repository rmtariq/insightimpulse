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436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13.5%</a:t>
            </a:r>
          </a:p>
          <a:p>
            <a:pPr/>
            <a:r>
              <a:t>Neutral Sentiment: 85.8%</a:t>
            </a:r>
          </a:p>
          <a:p>
            <a:pPr/>
            <a:r>
              <a:t>Negative Sentiment: 0.7%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13.5% (59 posts)</a:t>
            </a:r>
          </a:p>
          <a:p>
            <a:pPr lvl="1"/>
            <a:r>
              <a:t>Neutral: 85.8% (374 posts)</a:t>
            </a:r>
          </a:p>
          <a:p>
            <a:pPr lvl="1"/>
            <a:r>
              <a:t>Negative: 0.7% (3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436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436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8,133,692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