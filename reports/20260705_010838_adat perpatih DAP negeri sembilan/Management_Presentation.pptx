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"adat perpatih" DAP "negeri sembilan"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July 05,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2,838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9.4%</a:t>
            </a:r>
          </a:p>
          <a:p>
            <a:pPr/>
            <a:r>
              <a:t>Neutral Sentiment: 42.7%</a:t>
            </a:r>
          </a:p>
          <a:p>
            <a:pPr/>
            <a:r>
              <a:t>Negative Sentiment: 47.9%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⚠️ NEGATIVE - Notable negative sentiment</a:t>
            </a:r>
          </a:p>
          <a:p>
            <a:pPr lvl="1"/>
            <a:r>
              <a:t>Positive: 9.4% (266 posts)</a:t>
            </a:r>
          </a:p>
          <a:p>
            <a:pPr lvl="1"/>
            <a:r>
              <a:t>Neutral: 42.7% (1,211 posts)</a:t>
            </a:r>
          </a:p>
          <a:p>
            <a:pPr lvl="1"/>
            <a:r>
              <a:t>Negative: 47.9% (1,359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Facebook: 2,766 posts (Avg Sentiment: 0.32)</a:t>
            </a:r>
          </a:p>
          <a:p>
            <a:pPr lvl="1"/>
            <a:r>
              <a:t>X: 36 posts (Avg Sentiment: 0.31)</a:t>
            </a:r>
          </a:p>
          <a:p>
            <a:pPr lvl="1"/>
            <a:r>
              <a:t>News: 36 posts (Avg Sentiment: 0.55)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2,838 data points across 3 platforms</a:t>
            </a:r>
          </a:p>
          <a:p>
            <a:pPr/>
            <a:r>
              <a:t>Statistical confidence: Standard (65%)</a:t>
            </a:r>
          </a:p>
          <a:p>
            <a:pPr/>
            <a:r>
              <a:t>Overall sentiment: Negative (±±8-12%)</a:t>
            </a:r>
          </a:p>
          <a:p>
            <a:pPr/>
            <a:r>
              <a:t>Total engagement: 78,882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