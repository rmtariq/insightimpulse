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OR Bersatu OR PAS Bersatu OR "Perikatan Nasional" OR PN OR "hubungan PAS Bersatu"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1,171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8.2%</a:t>
            </a:r>
          </a:p>
          <a:p>
            <a:pPr/>
            <a:r>
              <a:t>Neutral Sentiment: 47.1%</a:t>
            </a:r>
          </a:p>
          <a:p>
            <a:pPr/>
            <a:r>
              <a:t>Negative Sentiment: 44.7%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8.2% (96 posts)</a:t>
            </a:r>
          </a:p>
          <a:p>
            <a:pPr lvl="1"/>
            <a:r>
              <a:t>Neutral: 47.1% (551 posts)</a:t>
            </a:r>
          </a:p>
          <a:p>
            <a:pPr lvl="1"/>
            <a:r>
              <a:t>Negative: 44.7% (523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528 posts (Avg Sentiment: 0.30)</a:t>
            </a:r>
          </a:p>
          <a:p>
            <a:pPr lvl="1"/>
            <a:r>
              <a:t>Threads: 461 posts (Avg Sentiment: 0.34)</a:t>
            </a:r>
          </a:p>
          <a:p>
            <a:pPr lvl="1"/>
            <a:r>
              <a:t>Facebook: 182 posts (Avg Sentiment: 0.36)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1,171 data points across 3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12,479,713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