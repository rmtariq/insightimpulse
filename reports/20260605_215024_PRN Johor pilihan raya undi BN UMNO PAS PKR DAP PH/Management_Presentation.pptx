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PRN Johor pilihan raya undi BN UMNO PAS PKR DAP PH Johor election vote undecided 柔佛州选 柔佛选举 投票 行动党 Indian vote MIC Johor Tamil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1,371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47.9%</a:t>
            </a:r>
          </a:p>
          <a:p>
            <a:pPr/>
            <a:r>
              <a:t>Neutral Sentiment: 35.7%</a:t>
            </a:r>
          </a:p>
          <a:p>
            <a:pPr/>
            <a:r>
              <a:t>Negative Sentiment: 16.3%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47.9% (656 posts)</a:t>
            </a:r>
          </a:p>
          <a:p>
            <a:pPr lvl="1"/>
            <a:r>
              <a:t>Neutral: 35.7% (489 posts)</a:t>
            </a:r>
          </a:p>
          <a:p>
            <a:pPr lvl="1"/>
            <a:r>
              <a:t>Negative: 16.3% (223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Instagram: 1,127 posts (Avg Sentiment: 0.70)</a:t>
            </a:r>
          </a:p>
          <a:p>
            <a:pPr lvl="1"/>
            <a:r>
              <a:t>Threads: 161 posts (Avg Sentiment: 0.35)</a:t>
            </a:r>
          </a:p>
          <a:p>
            <a:pPr lvl="1"/>
            <a:r>
              <a:t>Facebook: 83 posts (Avg Sentiment: 0.32)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1,803 data points across 4 platforms</a:t>
            </a:r>
          </a:p>
          <a:p>
            <a:pPr/>
            <a:r>
              <a:t>Statistical confidence: Standard (65%)</a:t>
            </a:r>
          </a:p>
          <a:p>
            <a:pPr/>
            <a:r>
              <a:t>Overall sentiment: Positive (±±8-12%)</a:t>
            </a:r>
          </a:p>
          <a:p>
            <a:pPr/>
            <a:r>
              <a:t>Total engagement: 12,130,197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