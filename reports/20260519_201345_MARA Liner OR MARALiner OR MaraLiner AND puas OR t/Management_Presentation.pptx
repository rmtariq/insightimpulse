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"MARALiner" OR "MaraLiner") AND (puas OR "tak puas" OR "best" OR "bagus" OR "teruk" OR "tak bagus")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418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42.6%</a:t>
            </a:r>
          </a:p>
          <a:p>
            <a:pPr/>
            <a:r>
              <a:t>Neutral Sentiment: 20.1%</a:t>
            </a:r>
          </a:p>
          <a:p>
            <a:pPr/>
            <a:r>
              <a:t>Negative Sentiment: 37.3%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42.6% (178 posts)</a:t>
            </a:r>
          </a:p>
          <a:p>
            <a:pPr lvl="1"/>
            <a:r>
              <a:t>Neutral: 20.1% (84 posts)</a:t>
            </a:r>
          </a:p>
          <a:p>
            <a:pPr lvl="1"/>
            <a:r>
              <a:t>Negative: 37.3% (156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222 posts (Avg Sentiment: 0.00)</a:t>
            </a:r>
          </a:p>
          <a:p>
            <a:pPr lvl="1"/>
            <a:r>
              <a:t>Facebook: 84 posts (Avg Sentiment: 0.00)</a:t>
            </a:r>
          </a:p>
          <a:p>
            <a:pPr lvl="1"/>
            <a:r>
              <a:t>Instagram: 74 posts (Avg Sentiment: 0.00)</a:t>
            </a:r>
          </a:p>
          <a:p>
            <a:pPr lvl="1"/>
            <a:r>
              <a:t>X: 38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