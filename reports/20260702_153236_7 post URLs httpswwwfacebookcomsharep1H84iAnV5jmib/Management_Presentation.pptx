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7 post URLs (https://www.facebook.com/share/p/1H84iAnV5j/?mib…)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39.4%</a:t>
            </a:r>
          </a:p>
          <a:p>
            <a:pPr/>
            <a:r>
              <a:t>Neutral Sentiment: 45.1%</a:t>
            </a:r>
          </a:p>
          <a:p>
            <a:pPr/>
            <a:r>
              <a:t>Negative Sentiment: 15.5%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39.4% (27 posts)</a:t>
            </a:r>
          </a:p>
          <a:p>
            <a:pPr lvl="1"/>
            <a:r>
              <a:t>Neutral: 45.1% (32 posts)</a:t>
            </a:r>
          </a:p>
          <a:p>
            <a:pPr lvl="1"/>
            <a:r>
              <a:t>Negative: 15.5% (11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71 posts (Avg Sentiment: 0.59)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3,749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