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"PRN Negeri Sembilan" OR "pilihan raya negeri sembilan" OR "Anthony" OR "Jalaluddin" OR "Mohd" OR "Bakri" OR "Mohd" OR "Mustapha" OR "Mohd" OR "Teo"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478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13.4%</a:t>
            </a:r>
          </a:p>
          <a:p>
            <a:pPr/>
            <a:r>
              <a:t>Neutral Sentiment: 35.6%</a:t>
            </a:r>
          </a:p>
          <a:p>
            <a:pPr/>
            <a:r>
              <a:t>Negative Sentiment: 51.0%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13.4% (64 posts)</a:t>
            </a:r>
          </a:p>
          <a:p>
            <a:pPr lvl="1"/>
            <a:r>
              <a:t>Neutral: 35.6% (170 posts)</a:t>
            </a:r>
          </a:p>
          <a:p>
            <a:pPr lvl="1"/>
            <a:r>
              <a:t>Negative: 51.0% (243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355 posts (Avg Sentiment: 0.30)</a:t>
            </a:r>
          </a:p>
          <a:p>
            <a:pPr lvl="1"/>
            <a:r>
              <a:t>News: 80 posts (Avg Sentiment: 0.45)</a:t>
            </a:r>
          </a:p>
          <a:p>
            <a:pPr lvl="1"/>
            <a:r>
              <a:t>Tiktok: 43 posts (Avg Sentiment: 0.44)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478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3,964,840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