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negeri sembilan · prn negeri sembilan · prn n9 · dun negeri sembilan · pilihan raya negeri sembilan</a:t>
            </a:r>
          </a:p>
          <a:p>
            <a:r>
              <a:t>seremban · nilai · port dickson · bahau · kuala pilah · tampin · rembau · jelebu · jempol · gemas · senawang · mantin</a:t>
            </a:r>
          </a:p>
          <a:p>
            <a:r>
              <a:t>pas negeri sembilan · bn negeri sembilan · ph negeri sembilan · pn negeri sembilan · muafakat nasional n9</a:t>
            </a:r>
          </a:p>
          <a:p>
            <a:r>
              <a:t>aminuddin harun · tok mat negeri sembilan · jalaluddin alias</a:t>
            </a:r>
          </a:p>
          <a:p>
            <a:r>
              <a:t>kos sara hidup negeri sembilan · banjir negeri sembilan · air negeri sembilan · subsidi diesel negeri sembilan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(4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4 posts (Avg Sentiment: 0.89)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292 data points across 5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57,317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