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"undang empat" "menteri besar" aminuddin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2,024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6.2%</a:t>
            </a:r>
          </a:p>
          <a:p>
            <a:pPr/>
            <a:r>
              <a:t>Neutral Sentiment: 40.4%</a:t>
            </a:r>
          </a:p>
          <a:p>
            <a:pPr/>
            <a:r>
              <a:t>Negative Sentiment: 53.5%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6.2% (125 posts)</a:t>
            </a:r>
          </a:p>
          <a:p>
            <a:pPr lvl="1"/>
            <a:r>
              <a:t>Neutral: 40.4% (817 posts)</a:t>
            </a:r>
          </a:p>
          <a:p>
            <a:pPr lvl="1"/>
            <a:r>
              <a:t>Negative: 53.5% (1,082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2,009 posts (Avg Sentiment: 0.28)</a:t>
            </a:r>
          </a:p>
          <a:p>
            <a:pPr lvl="1"/>
            <a:r>
              <a:t>News: 15 posts (Avg Sentiment: 0.48)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2,030 data points across 3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35,050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