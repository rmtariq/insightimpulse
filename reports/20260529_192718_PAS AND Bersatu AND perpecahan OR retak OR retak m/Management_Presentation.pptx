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(PAS AND Bersatu) AND (perpecahan OR retak OR "retak menanti belah" OR gaduh OR tegang OR krisis)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May 29,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920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7.9%</a:t>
            </a:r>
          </a:p>
          <a:p>
            <a:pPr/>
            <a:r>
              <a:t>Neutral Sentiment: 45.9%</a:t>
            </a:r>
          </a:p>
          <a:p>
            <a:pPr/>
            <a:r>
              <a:t>Negative Sentiment: 46.2%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⚠️ NEGATIVE - Notable negative sentiment</a:t>
            </a:r>
          </a:p>
          <a:p>
            <a:pPr lvl="1"/>
            <a:r>
              <a:t>Positive: 7.9% (72 posts)</a:t>
            </a:r>
          </a:p>
          <a:p>
            <a:pPr lvl="1"/>
            <a:r>
              <a:t>Neutral: 45.9% (422 posts)</a:t>
            </a:r>
          </a:p>
          <a:p>
            <a:pPr lvl="1"/>
            <a:r>
              <a:t>Negative: 46.2% (425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Threads: 488 posts (Avg Sentiment: 0.31)</a:t>
            </a:r>
          </a:p>
          <a:p>
            <a:pPr lvl="1"/>
            <a:r>
              <a:t>Tiktok: 432 posts (Avg Sentiment: 0.32)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1,102 data points across 3 platforms</a:t>
            </a:r>
          </a:p>
          <a:p>
            <a:pPr/>
            <a:r>
              <a:t>Statistical confidence: Standard (65%)</a:t>
            </a:r>
          </a:p>
          <a:p>
            <a:pPr/>
            <a:r>
              <a:t>Overall sentiment: Negative (±±8-12%)</a:t>
            </a:r>
          </a:p>
          <a:p>
            <a:pPr/>
            <a:r>
              <a:t>Total engagement: 12,078,999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