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480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49.6%</a:t>
            </a:r>
          </a:p>
          <a:p>
            <a:pPr/>
            <a:r>
              <a:t>Neutral Sentiment: 38.8%</a:t>
            </a:r>
          </a:p>
          <a:p>
            <a:pPr/>
            <a:r>
              <a:t>Negative Sentiment: 11.7%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49.6% (238 posts)</a:t>
            </a:r>
          </a:p>
          <a:p>
            <a:pPr lvl="1"/>
            <a:r>
              <a:t>Neutral: 38.8% (186 posts)</a:t>
            </a:r>
          </a:p>
          <a:p>
            <a:pPr lvl="1"/>
            <a:r>
              <a:t>Negative: 11.7% (56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289 posts (Avg Sentiment: 0.00)</a:t>
            </a:r>
          </a:p>
          <a:p>
            <a:pPr lvl="1"/>
            <a:r>
              <a:t>News: 191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480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612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