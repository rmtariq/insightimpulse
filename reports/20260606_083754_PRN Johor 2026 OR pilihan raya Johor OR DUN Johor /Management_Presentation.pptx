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PRN Johor 2026 OR "pilihan raya Johor" OR "DUN Johor dibubar" OR "Johor election"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June 06,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621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24.2%</a:t>
            </a:r>
          </a:p>
          <a:p>
            <a:pPr/>
            <a:r>
              <a:t>Neutral Sentiment: 43.6%</a:t>
            </a:r>
          </a:p>
          <a:p>
            <a:pPr/>
            <a:r>
              <a:t>Negative Sentiment: 32.2%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⚠️ NEGATIVE - Notable negative sentiment</a:t>
            </a:r>
          </a:p>
          <a:p>
            <a:pPr lvl="1"/>
            <a:r>
              <a:t>Positive: 24.2% (150 posts)</a:t>
            </a:r>
          </a:p>
          <a:p>
            <a:pPr lvl="1"/>
            <a:r>
              <a:t>Neutral: 43.6% (270 posts)</a:t>
            </a:r>
          </a:p>
          <a:p>
            <a:pPr lvl="1"/>
            <a:r>
              <a:t>Negative: 32.2% (199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497 posts (Avg Sentiment: 0.47)</a:t>
            </a:r>
          </a:p>
          <a:p>
            <a:pPr lvl="1"/>
            <a:r>
              <a:t>Linkedin: 83 posts (Avg Sentiment: 0.52)</a:t>
            </a:r>
          </a:p>
          <a:p>
            <a:pPr lvl="1"/>
            <a:r>
              <a:t>Facebook: 41 posts (Avg Sentiment: 0.30)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621 data points across 3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133,438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