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"suka pas" OR "pas terbaik" OR "all out pas" OR "teguh pas" OR "panah pas" OR #panahpas Johor PRN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57.1%</a:t>
            </a:r>
          </a:p>
          <a:p>
            <a:pPr/>
            <a:r>
              <a:t>Neutral Sentiment: 42.9%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57.1% (3 posts)</a:t>
            </a:r>
          </a:p>
          <a:p>
            <a:pPr lvl="1"/>
            <a:r>
              <a:t>Neutral: 42.9% (3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7 posts (Avg Sentiment: 0.75)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364 data points across 2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6,831,753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