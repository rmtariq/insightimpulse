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https://www.facebook.com/Malaysiakini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06,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191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19.4%</a:t>
            </a:r>
          </a:p>
          <a:p>
            <a:pPr/>
            <a:r>
              <a:t>Neutral Sentiment: 40.3%</a:t>
            </a:r>
          </a:p>
          <a:p>
            <a:pPr/>
            <a:r>
              <a:t>Negative Sentiment: 40.3%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19.4% (37 posts)</a:t>
            </a:r>
          </a:p>
          <a:p>
            <a:pPr lvl="1"/>
            <a:r>
              <a:t>Neutral: 40.3% (76 posts)</a:t>
            </a:r>
          </a:p>
          <a:p>
            <a:pPr lvl="1"/>
            <a:r>
              <a:t>Negative: 40.3% (76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191 posts (Avg Sentiment: 0.40)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191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1,153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