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9.6%</a:t>
            </a:r>
          </a:p>
          <a:p>
            <a:pPr/>
            <a:r>
              <a:t>Neutral Sentiment: 33.6%</a:t>
            </a:r>
          </a:p>
          <a:p>
            <a:pPr/>
            <a:r>
              <a:t>Negative Sentiment: 56.8%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9.6% (26 posts)</a:t>
            </a:r>
          </a:p>
          <a:p>
            <a:pPr lvl="1"/>
            <a:r>
              <a:t>Neutral: 33.6% (91 posts)</a:t>
            </a:r>
          </a:p>
          <a:p>
            <a:pPr lvl="1"/>
            <a:r>
              <a:t>Negative: 56.8% (153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271 posts (Avg Sentiment: 0.28)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271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36,124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