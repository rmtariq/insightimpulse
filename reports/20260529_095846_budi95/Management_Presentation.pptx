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InsightPulse Analytics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budi95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May 29,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Data Points: 338</a:t>
            </a:r>
          </a:p>
          <a:p>
            <a:pPr/>
            <a:r>
              <a:t>Analysis Type: Social Listening</a:t>
            </a:r>
          </a:p>
          <a:p>
            <a:pPr/>
            <a:r>
              <a:t>Positive Sentiment: 13.3%</a:t>
            </a:r>
          </a:p>
          <a:p>
            <a:pPr/>
            <a:r>
              <a:t>Neutral Sentiment: 44.7%</a:t>
            </a:r>
          </a:p>
          <a:p>
            <a:pPr/>
            <a:r>
              <a:t>Negative Sentiment: 42.0%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Sentiment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Overall Verdict: ⚠️ NEGATIVE - Notable negative sentiment</a:t>
            </a:r>
          </a:p>
          <a:p>
            <a:pPr lvl="1"/>
            <a:r>
              <a:t>Positive: 13.3% (44 posts)</a:t>
            </a:r>
          </a:p>
          <a:p>
            <a:pPr lvl="1"/>
            <a:r>
              <a:t>Neutral: 44.7% (151 posts)</a:t>
            </a:r>
          </a:p>
          <a:p>
            <a:pPr lvl="1"/>
            <a:r>
              <a:t>Negative: 42.0% (141 posts)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by Platform:</a:t>
            </a:r>
          </a:p>
          <a:p>
            <a:pPr lvl="1"/>
            <a:r>
              <a:t>Threads: 338 posts (Avg Sentiment: 0.37)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338 data points across 1 platforms</a:t>
            </a:r>
          </a:p>
          <a:p>
            <a:pPr/>
            <a:r>
              <a:t>Statistical confidence: Limited (45%)</a:t>
            </a:r>
          </a:p>
          <a:p>
            <a:pPr/>
            <a:r>
              <a:t>Overall sentiment: Negative (±±15-25%)</a:t>
            </a:r>
          </a:p>
          <a:p>
            <a:pPr/>
            <a:r>
              <a:t>Total engagement: 20,806 interactions</a:t>
            </a:r>
          </a:p>
          <a:p>
            <a:pPr/>
            <a:r>
              <a:t>Top trending topics identified: 5 topics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Monitor negative sentiment trends closely</a:t>
            </a:r>
          </a:p>
          <a:p>
            <a:r>
              <a:t>Engage with positive brand advocates</a:t>
            </a:r>
          </a:p>
          <a:p>
            <a:r>
              <a:t>Address customer concerns promptly</a:t>
            </a:r>
          </a:p>
          <a:p>
            <a:r>
              <a:t>Amplify positive testimonials</a:t>
            </a:r>
          </a:p>
          <a:p>
            <a:r>
              <a:t>Track emerging topics and trends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Immediate (24-48 hours):</a:t>
            </a:r>
          </a:p>
          <a:p>
            <a:pPr lvl="1"/>
            <a:r>
              <a:t>Review all negative posts and comments</a:t>
            </a:r>
          </a:p>
          <a:p>
            <a:pPr lvl="1"/>
            <a:r>
              <a:t>Prepare response to critical issues</a:t>
            </a:r>
          </a:p>
          <a:p>
            <a:pPr/>
            <a:r>
              <a:t>Short-term (1-2 weeks):</a:t>
            </a:r>
          </a:p>
          <a:p>
            <a:pPr lvl="1"/>
            <a:r>
              <a:t>Implement communication plan</a:t>
            </a:r>
          </a:p>
          <a:p>
            <a:pPr lvl="1"/>
            <a:r>
              <a:t>Monitor sentiment changes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