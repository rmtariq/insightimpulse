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("MARA Liner" OR "MARALiner" OR "MaraLiner") AND (review OR "brand" OR "reputation" OR "brand image")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294</a:t>
            </a:r>
          </a:p>
          <a:p>
            <a:pPr/>
            <a:r>
              <a:t>Analysis Type: Brand Monitoring</a:t>
            </a:r>
          </a:p>
          <a:p>
            <a:pPr/>
            <a:r>
              <a:t>Positive Sentiment: 32.0%</a:t>
            </a:r>
          </a:p>
          <a:p>
            <a:pPr/>
            <a:r>
              <a:t>Neutral Sentiment: 59.9%</a:t>
            </a:r>
          </a:p>
          <a:p>
            <a:pPr/>
            <a:r>
              <a:t>Negative Sentiment: 8.2%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32.0% (94 posts)</a:t>
            </a:r>
          </a:p>
          <a:p>
            <a:pPr lvl="1"/>
            <a:r>
              <a:t>Neutral: 59.9% (176 posts)</a:t>
            </a:r>
          </a:p>
          <a:p>
            <a:pPr lvl="1"/>
            <a:r>
              <a:t>Negative: 8.2% (24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121 posts (Avg Sentiment: 0.00)</a:t>
            </a:r>
          </a:p>
          <a:p>
            <a:pPr lvl="1"/>
            <a:r>
              <a:t>News: 83 posts (Avg Sentiment: 0.00)</a:t>
            </a:r>
          </a:p>
          <a:p>
            <a:pPr lvl="1"/>
            <a:r>
              <a:t>Instagram: 24 posts (Avg Sentiment: 0.00)</a:t>
            </a:r>
          </a:p>
          <a:p>
            <a:pPr lvl="1"/>
            <a:r>
              <a:t>Tiktok: 24 posts (Avg Sentiment: 0.00)</a:t>
            </a:r>
          </a:p>
          <a:p>
            <a:pPr lvl="1"/>
            <a:r>
              <a:t>Youtube: 24 posts (Avg Sentiment: 0.00)</a:t>
            </a:r>
          </a:p>
          <a:p>
            <a:pPr lvl="1"/>
            <a:r>
              <a:t>X: 18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