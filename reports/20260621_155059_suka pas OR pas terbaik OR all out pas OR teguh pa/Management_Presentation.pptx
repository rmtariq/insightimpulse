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"suka pas" OR "pas terbaik" OR "all out pas" OR "teguh pas" OR "panah pas" OR #panahpas "Negeri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27.0%</a:t>
            </a:r>
          </a:p>
          <a:p>
            <a:pPr/>
            <a:r>
              <a:t>Neutral Sentiment: 50.8%</a:t>
            </a:r>
          </a:p>
          <a:p>
            <a:pPr/>
            <a:r>
              <a:t>Negative Sentiment: 22.2%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27.0% (17 posts)</a:t>
            </a:r>
          </a:p>
          <a:p>
            <a:pPr lvl="1"/>
            <a:r>
              <a:t>Neutral: 50.8% (32 posts)</a:t>
            </a:r>
          </a:p>
          <a:p>
            <a:pPr lvl="1"/>
            <a:r>
              <a:t>Negative: 22.2% (13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63 posts (Avg Sentiment: 0.53)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251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6,403,674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