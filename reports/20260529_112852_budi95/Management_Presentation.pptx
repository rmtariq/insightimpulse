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171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46.2%</a:t>
            </a:r>
          </a:p>
          <a:p>
            <a:pPr/>
            <a:r>
              <a:t>Neutral Sentiment: 45.0%</a:t>
            </a:r>
          </a:p>
          <a:p>
            <a:pPr/>
            <a:r>
              <a:t>Negative Sentiment: 8.8%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46.2% (79 posts)</a:t>
            </a:r>
          </a:p>
          <a:p>
            <a:pPr lvl="1"/>
            <a:r>
              <a:t>Neutral: 45.0% (76 posts)</a:t>
            </a:r>
          </a:p>
          <a:p>
            <a:pPr lvl="1"/>
            <a:r>
              <a:t>Negative: 8.8% (15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Linkedin: 171 posts (Avg Sentiment: 0.68)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171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13,714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