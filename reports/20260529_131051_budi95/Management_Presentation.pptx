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176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44.9%</a:t>
            </a:r>
          </a:p>
          <a:p>
            <a:pPr/>
            <a:r>
              <a:t>Neutral Sentiment: 46.0%</a:t>
            </a:r>
          </a:p>
          <a:p>
            <a:pPr/>
            <a:r>
              <a:t>Negative Sentiment: 9.1%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44.9% (79 posts)</a:t>
            </a:r>
          </a:p>
          <a:p>
            <a:pPr lvl="1"/>
            <a:r>
              <a:t>Neutral: 46.0% (80 posts)</a:t>
            </a:r>
          </a:p>
          <a:p>
            <a:pPr lvl="1"/>
            <a:r>
              <a:t>Negative: 9.1% (16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176 posts (Avg Sentiment: 0.67)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176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13,926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