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("Mara Liner" OR Maraliner) AND (review OR ulasan OR pengalaman OR aduan OR complaint OR "bad service" OR "late bus" OR lambat OR delay)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809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41.4%</a:t>
            </a:r>
          </a:p>
          <a:p>
            <a:pPr/>
            <a:r>
              <a:t>Neutral Sentiment: 39.1%</a:t>
            </a:r>
          </a:p>
          <a:p>
            <a:pPr/>
            <a:r>
              <a:t>Negative Sentiment: 19.5%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41.4% (334 posts)</a:t>
            </a:r>
          </a:p>
          <a:p>
            <a:pPr lvl="1"/>
            <a:r>
              <a:t>Neutral: 39.1% (316 posts)</a:t>
            </a:r>
          </a:p>
          <a:p>
            <a:pPr lvl="1"/>
            <a:r>
              <a:t>Negative: 19.5% (157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251 posts (Avg Sentiment: 0.74)</a:t>
            </a:r>
          </a:p>
          <a:p>
            <a:pPr lvl="1"/>
            <a:r>
              <a:t>News: 204 posts (Avg Sentiment: 0.48)</a:t>
            </a:r>
          </a:p>
          <a:p>
            <a:pPr lvl="1"/>
            <a:r>
              <a:t>Youtube: 170 posts (Avg Sentiment: 0.53)</a:t>
            </a:r>
          </a:p>
          <a:p>
            <a:pPr lvl="1"/>
            <a:r>
              <a:t>Instagram: 105 posts (Avg Sentiment: 0.63)</a:t>
            </a:r>
          </a:p>
          <a:p>
            <a:pPr lvl="1"/>
            <a:r>
              <a:t>X: 79 posts (Avg Sentiment: 0.31)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data collection across all platforms</a:t>
            </a:r>
          </a:p>
          <a:p>
            <a:r>
              <a:t>• Sentiment analysis using Malaysian-focused AI models</a:t>
            </a:r>
          </a:p>
          <a:p>
            <a:r>
              <a:t>• Real-time monitoring and trend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