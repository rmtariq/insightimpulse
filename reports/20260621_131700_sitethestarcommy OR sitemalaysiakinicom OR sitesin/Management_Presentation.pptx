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site:thestar.com.my OR site:malaysiakini.com OR site:sinarharian.com.my ("PRN Johor" OR "PRN Negeri Sembilan") when:7d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402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13.2%</a:t>
            </a:r>
          </a:p>
          <a:p>
            <a:pPr/>
            <a:r>
              <a:t>Neutral Sentiment: 59.2%</a:t>
            </a:r>
          </a:p>
          <a:p>
            <a:pPr/>
            <a:r>
              <a:t>Negative Sentiment: 27.6%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13.2% (53 posts)</a:t>
            </a:r>
          </a:p>
          <a:p>
            <a:pPr lvl="1"/>
            <a:r>
              <a:t>Neutral: 59.2% (237 posts)</a:t>
            </a:r>
          </a:p>
          <a:p>
            <a:pPr lvl="1"/>
            <a:r>
              <a:t>Negative: 27.6% (110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402 posts (Avg Sentiment: 0.44)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402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