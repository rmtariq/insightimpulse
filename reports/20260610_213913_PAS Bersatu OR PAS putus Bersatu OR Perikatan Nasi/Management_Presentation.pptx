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PAS Bersatu OR PAS putus Bersatu OR Perikatan Nasional retak OR penyatuan ummah OR PAS solo OR bertindih kerusi OR Abdul Hadi Awang OR Muhyiddin Yassin OR PRN Johor OR PRN Melaka OR PAS Negeri Sembilan OR Muafakat Nasional Negeri Sembilan</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630</a:t>
            </a:r>
          </a:p>
          <a:p>
            <a:pPr/>
            <a:r>
              <a:t>Analysis Type: Social Listening</a:t>
            </a:r>
          </a:p>
          <a:p>
            <a:pPr/>
            <a:r>
              <a:t>Positive Sentiment: 23.8%</a:t>
            </a:r>
          </a:p>
          <a:p>
            <a:pPr/>
            <a:r>
              <a:t>Neutral Sentiment: 45.9%</a:t>
            </a:r>
          </a:p>
          <a:p>
            <a:pPr/>
            <a:r>
              <a:t>Negative Sentiment: 30.3%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NEGATIVE - Notable negative sentiment</a:t>
            </a:r>
          </a:p>
          <a:p>
            <a:pPr lvl="1"/>
            <a:r>
              <a:t>Positive: 23.8% (149 posts)</a:t>
            </a:r>
          </a:p>
          <a:p>
            <a:pPr lvl="1"/>
            <a:r>
              <a:t>Neutral: 45.9% (289 posts)</a:t>
            </a:r>
          </a:p>
          <a:p>
            <a:pPr lvl="1"/>
            <a:r>
              <a:t>Negative: 30.3% (190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X: 284 posts (Avg Sentiment: 0.43)</a:t>
            </a:r>
          </a:p>
          <a:p>
            <a:pPr lvl="1"/>
            <a:r>
              <a:t>Facebook: 99 posts (Avg Sentiment: 0.38)</a:t>
            </a:r>
          </a:p>
          <a:p>
            <a:pPr lvl="1"/>
            <a:r>
              <a:t>Youtube: 98 posts (Avg Sentiment: 0.39)</a:t>
            </a:r>
          </a:p>
          <a:p>
            <a:pPr lvl="1"/>
            <a:r>
              <a:t>Tiktok: 96 posts (Avg Sentiment: 0.69)</a:t>
            </a:r>
          </a:p>
          <a:p>
            <a:pPr lvl="1"/>
            <a:r>
              <a:t>Instagram: 53 posts (Avg Sentiment: 0.59)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630 data points across 5 platforms</a:t>
            </a:r>
          </a:p>
          <a:p>
            <a:pPr/>
            <a:r>
              <a:t>Statistical confidence: Limited (45%)</a:t>
            </a:r>
          </a:p>
          <a:p>
            <a:pPr/>
            <a:r>
              <a:t>Overall sentiment: Neutral (±±15-25%)</a:t>
            </a:r>
          </a:p>
          <a:p>
            <a:pPr/>
            <a:r>
              <a:t>Total engagement: 1,107,815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