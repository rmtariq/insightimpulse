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budi95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280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23.6%</a:t>
            </a:r>
          </a:p>
          <a:p>
            <a:pPr/>
            <a:r>
              <a:t>Neutral Sentiment: 56.4%</a:t>
            </a:r>
          </a:p>
          <a:p>
            <a:pPr/>
            <a:r>
              <a:t>Negative Sentiment: 20.0%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23.6% (66 posts)</a:t>
            </a:r>
          </a:p>
          <a:p>
            <a:pPr lvl="1"/>
            <a:r>
              <a:t>Neutral: 56.4% (157 posts)</a:t>
            </a:r>
          </a:p>
          <a:p>
            <a:pPr lvl="1"/>
            <a:r>
              <a:t>Negative: 20.0% (56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Youtube: 280 posts (Avg Sentiment: 0.52)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280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393,305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