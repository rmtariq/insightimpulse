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("马来人团结" OR "伊党巫统" OR "巫统伊党" OR "MN 2.0") AND ("柔佛" OR "赞成" OR "反对" OR "支持")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June 06,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15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0.0%</a:t>
            </a:r>
          </a:p>
          <a:p>
            <a:pPr/>
            <a:r>
              <a:t>Neutral Sentiment: 100.0%</a:t>
            </a:r>
          </a:p>
          <a:p>
            <a:pPr/>
            <a:r>
              <a:t>Negative Sentiment: 0.0%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0.0% (0 posts)</a:t>
            </a:r>
          </a:p>
          <a:p>
            <a:pPr lvl="1"/>
            <a:r>
              <a:t>Neutral: 100.0% (15 posts)</a:t>
            </a:r>
          </a:p>
          <a:p>
            <a:pPr lvl="1"/>
            <a:r>
              <a:t>Negative: 0.0% (0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X: 15 posts (Avg Sentiment: 0.50)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15 data points across 1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Neutral (±±15-25%)</a:t>
            </a:r>
          </a:p>
          <a:p>
            <a:pPr/>
            <a:r>
              <a:t>Total engagement: 0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