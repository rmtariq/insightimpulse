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14.5%</a:t>
            </a:r>
          </a:p>
          <a:p>
            <a:pPr/>
            <a:r>
              <a:t>Neutral Sentiment: 46.6%</a:t>
            </a:r>
          </a:p>
          <a:p>
            <a:pPr/>
            <a:r>
              <a:t>Negative Sentiment: 38.9%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14.5% (58 posts)</a:t>
            </a:r>
          </a:p>
          <a:p>
            <a:pPr lvl="1"/>
            <a:r>
              <a:t>Neutral: 46.6% (186 posts)</a:t>
            </a:r>
          </a:p>
          <a:p>
            <a:pPr lvl="1"/>
            <a:r>
              <a:t>Negative: 38.9% (155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401 posts (Avg Sentiment: 0.39)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401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10,898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