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Bersatu OR Perikatan Nasional OR Negeri Sembilan PAS OR PRN Johor OR PRN Melaka OR Muhyiddin OR Abdul Hadi Awang OR plot SD OR Aminuddin Harun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1,066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100.0%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100.0% (1,066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1,066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1,066 data points across 2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