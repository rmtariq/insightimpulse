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minyakmahal OR "minyak mahal" OR fuel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20.0%</a:t>
            </a:r>
          </a:p>
          <a:p>
            <a:pPr/>
            <a:r>
              <a:t>Neutral Sentiment: 20.7%</a:t>
            </a:r>
          </a:p>
          <a:p>
            <a:pPr/>
            <a:r>
              <a:t>Negative Sentiment: 59.3%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20.0% (30 posts)</a:t>
            </a:r>
          </a:p>
          <a:p>
            <a:pPr lvl="1"/>
            <a:r>
              <a:t>Neutral: 20.7% (31 posts)</a:t>
            </a:r>
          </a:p>
          <a:p>
            <a:pPr lvl="1"/>
            <a:r>
              <a:t>Negative: 59.3% (88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150 posts (Avg Sentiment: 0.31)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2,492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