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"PRN Johor" OR "pilihan raya Johor" OR "undi Johor" OR "Johor election" OR "pilihanraya Johor" OR "PRN2026 Johor" OR "Johor 2026"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300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14.3%</a:t>
            </a:r>
          </a:p>
          <a:p>
            <a:pPr/>
            <a:r>
              <a:t>Neutral Sentiment: 54.0%</a:t>
            </a:r>
          </a:p>
          <a:p>
            <a:pPr/>
            <a:r>
              <a:t>Negative Sentiment: 31.7%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14.3% (42 posts)</a:t>
            </a:r>
          </a:p>
          <a:p>
            <a:pPr lvl="1"/>
            <a:r>
              <a:t>Neutral: 54.0% (162 posts)</a:t>
            </a:r>
          </a:p>
          <a:p>
            <a:pPr lvl="1"/>
            <a:r>
              <a:t>Negative: 31.7% (95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300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300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67,368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