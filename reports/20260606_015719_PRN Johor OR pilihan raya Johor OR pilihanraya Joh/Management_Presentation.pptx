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"PRN Johor" OR "pilihan raya Johor" OR "pilihanraya Johor" OR "Johor election" OR "Johor polls" OR "undi Johor" OR "Johor 2026" OR "DUN Johor" OR "BN Johor" OR "PN Johor" OR "PH Johor" OR "UMNO Johor" OR "PAS Johor" OR "DAP Johor" OR "PKR Johor" OR "Bersatu Johor" OR "Onn Hafiz" OR "gelombang hijau" OR PAS OR UMDAP OR UMNO OR PN OR MN OR MN20 OR MN2.0</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2,447</a:t>
            </a:r>
          </a:p>
          <a:p>
            <a:pPr/>
            <a:r>
              <a:t>Analysis Type: Social Listening</a:t>
            </a:r>
          </a:p>
          <a:p>
            <a:pPr/>
            <a:r>
              <a:t>Positive Sentiment: 19.3%</a:t>
            </a:r>
          </a:p>
          <a:p>
            <a:pPr/>
            <a:r>
              <a:t>Neutral Sentiment: 55.1%</a:t>
            </a:r>
          </a:p>
          <a:p>
            <a:pPr/>
            <a:r>
              <a:t>Negative Sentiment: 25.6%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NEUTRAL - Mixed sentiment</a:t>
            </a:r>
          </a:p>
          <a:p>
            <a:pPr lvl="1"/>
            <a:r>
              <a:t>Positive: 19.3% (472 posts)</a:t>
            </a:r>
          </a:p>
          <a:p>
            <a:pPr lvl="1"/>
            <a:r>
              <a:t>Neutral: 55.1% (1,348 posts)</a:t>
            </a:r>
          </a:p>
          <a:p>
            <a:pPr lvl="1"/>
            <a:r>
              <a:t>Negative: 25.6% (626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Instagram: 977 posts (Avg Sentiment: 0.51)</a:t>
            </a:r>
          </a:p>
          <a:p>
            <a:pPr lvl="1"/>
            <a:r>
              <a:t>Tiktok: 676 posts (Avg Sentiment: 0.49)</a:t>
            </a:r>
          </a:p>
          <a:p>
            <a:pPr lvl="1"/>
            <a:r>
              <a:t>X: 430 posts (Avg Sentiment: 0.36)</a:t>
            </a:r>
          </a:p>
          <a:p>
            <a:pPr lvl="1"/>
            <a:r>
              <a:t>Threads: 310 posts (Avg Sentiment: 0.47)</a:t>
            </a:r>
          </a:p>
          <a:p>
            <a:pPr lvl="1"/>
            <a:r>
              <a:t>Facebook: 54 posts (Avg Sentiment: 0.32)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2,447 data points across 5 platforms</a:t>
            </a:r>
          </a:p>
          <a:p>
            <a:pPr/>
            <a:r>
              <a:t>Statistical confidence: Standard (65%)</a:t>
            </a:r>
          </a:p>
          <a:p>
            <a:pPr/>
            <a:r>
              <a:t>Overall sentiment: Neutral (±±8-12%)</a:t>
            </a:r>
          </a:p>
          <a:p>
            <a:pPr/>
            <a:r>
              <a:t>Total engagement: 10,581,144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