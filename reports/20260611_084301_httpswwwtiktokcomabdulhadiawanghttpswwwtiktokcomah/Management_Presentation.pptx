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https://www.tiktok.com/@abdulhadiawang</a:t>
            </a:r>
          </a:p>
          <a:p>
            <a:r>
              <a:t>https://www.tiktok.com/@ahmadzahidhamidi</a:t>
            </a:r>
          </a:p>
          <a:p>
            <a:r>
              <a:t>https://www.tiktok.com/@anthonyloke</a:t>
            </a:r>
          </a:p>
          <a:p>
            <a:r>
              <a:t>https://www.tiktok.com/@anwaribrahimofficial</a:t>
            </a:r>
          </a:p>
          <a:p>
            <a:r>
              <a:t>https://www.tiktok.com/@drsamtrg</a:t>
            </a:r>
          </a:p>
          <a:p>
            <a:r>
              <a:t>https://www.tiktok.com/@gabunganpartisarawak_</a:t>
            </a:r>
          </a:p>
          <a:p>
            <a:r>
              <a:t>https://www.tiktok.com/@hamzahzainudin_</a:t>
            </a:r>
          </a:p>
          <a:p>
            <a:r>
              <a:t>https://www.tiktok.com/@ishamjalil</a:t>
            </a:r>
          </a:p>
          <a:p>
            <a:r>
              <a:t>https://www.tiktok.com/@khairykj</a:t>
            </a:r>
          </a:p>
          <a:p>
            <a:r>
              <a:t>https://www.tiktok.com/@limguaneng</a:t>
            </a:r>
          </a:p>
          <a:p>
            <a:r>
              <a:t>https://www.tiktok.com/@mohamadsabu_official</a:t>
            </a:r>
          </a:p>
          <a:p>
            <a:r>
              <a:t>https://www.tiktok.com/@najibrazak</a:t>
            </a:r>
          </a:p>
          <a:p>
            <a:r>
              <a:t>https://www.tiktok.com/@pemudapasmalaysia</a:t>
            </a:r>
          </a:p>
          <a:p>
            <a:r>
              <a:t>https://www.tiktok.com/@rafiziramli</a:t>
            </a:r>
          </a:p>
          <a:p>
            <a:r>
              <a:t>https://www.tiktok.com/@sanusimdnor</a:t>
            </a:r>
          </a:p>
          <a:p>
            <a:r>
              <a:t>https://www.tiktok.com/@syedsaddiq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