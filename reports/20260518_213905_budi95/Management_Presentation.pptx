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15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6.7%</a:t>
            </a:r>
          </a:p>
          <a:p>
            <a:pPr/>
            <a:r>
              <a:t>Neutral Sentiment: 86.7%</a:t>
            </a:r>
          </a:p>
          <a:p>
            <a:pPr/>
            <a:r>
              <a:t>Negative Sentiment: 6.7%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6.7% (1 posts)</a:t>
            </a:r>
          </a:p>
          <a:p>
            <a:pPr lvl="1"/>
            <a:r>
              <a:t>Neutral: 86.7% (13 posts)</a:t>
            </a:r>
          </a:p>
          <a:p>
            <a:pPr lvl="1"/>
            <a:r>
              <a:t>Negative: 6.7% (1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Linkedin: 15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15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