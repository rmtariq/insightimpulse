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("PAS" OR "Parti Islam Se-Malaysia" OR "Perikatan Nasional" OR "PN" OR hajihadi OR tuanguru OR “tuan guru” OR presidenpas OR “presiden pas”)</a:t>
            </a:r>
          </a:p>
          <a:p>
            <a:r>
              <a:t>AND</a:t>
            </a:r>
          </a:p>
          <a:p>
            <a:r>
              <a:t>("Bersatu" OR "PPBM" OR "Muhyiddin" OR "parti sekutu" OR "komponen PN")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May 28,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364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9.6%</a:t>
            </a:r>
          </a:p>
          <a:p>
            <a:pPr/>
            <a:r>
              <a:t>Neutral Sentiment: 33.5%</a:t>
            </a:r>
          </a:p>
          <a:p>
            <a:pPr/>
            <a:r>
              <a:t>Negative Sentiment: 56.9%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⚠️ HIGHLY NEGATIVE - Significant concerns</a:t>
            </a:r>
          </a:p>
          <a:p>
            <a:pPr lvl="1"/>
            <a:r>
              <a:t>Positive: 9.6% (34 posts)</a:t>
            </a:r>
          </a:p>
          <a:p>
            <a:pPr lvl="1"/>
            <a:r>
              <a:t>Neutral: 33.5% (121 posts)</a:t>
            </a:r>
          </a:p>
          <a:p>
            <a:pPr lvl="1"/>
            <a:r>
              <a:t>Negative: 56.9% (207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Threads: 364 posts (Avg Sentiment: 0.28)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364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Negative (±±15-25%)</a:t>
            </a:r>
          </a:p>
          <a:p>
            <a:pPr/>
            <a:r>
              <a:t>Total engagement: 39,934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