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("Cikgu Mala" OR "cg mala" OR "Normala Sudirman" OR #CikguMala4Tenang OR normalasudirman) ("N05 Tenang" OR "PRN Johor")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85</a:t>
            </a:r>
          </a:p>
          <a:p>
            <a:pPr/>
            <a:r>
              <a:t>Analysis Type: Multimodal Video Text</a:t>
            </a:r>
          </a:p>
          <a:p>
            <a:pPr/>
            <a:r>
              <a:t>Positive Sentiment: 27.1%</a:t>
            </a:r>
          </a:p>
          <a:p>
            <a:pPr/>
            <a:r>
              <a:t>Neutral Sentiment: 43.5%</a:t>
            </a:r>
          </a:p>
          <a:p>
            <a:pPr/>
            <a:r>
              <a:t>Negative Sentiment: 29.4%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27.1% (23 posts)</a:t>
            </a:r>
          </a:p>
          <a:p>
            <a:pPr lvl="1"/>
            <a:r>
              <a:t>Neutral: 43.5% (36 posts)</a:t>
            </a:r>
          </a:p>
          <a:p>
            <a:pPr lvl="1"/>
            <a:r>
              <a:t>Negative: 29.4% (24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85 posts (Avg Sentiment: 0.49)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data collection across all platforms</a:t>
            </a:r>
          </a:p>
          <a:p>
            <a:r>
              <a:t>• Sentiment analysis using Malaysian-focused AI models</a:t>
            </a:r>
          </a:p>
          <a:p>
            <a:r>
              <a:t>• Real-time monitoring and trend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