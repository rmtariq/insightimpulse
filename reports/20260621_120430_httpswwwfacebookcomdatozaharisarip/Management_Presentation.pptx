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https://www.facebook.com/datozaharisarip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323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49.2%</a:t>
            </a:r>
          </a:p>
          <a:p>
            <a:pPr/>
            <a:r>
              <a:t>Neutral Sentiment: 33.4%</a:t>
            </a:r>
          </a:p>
          <a:p>
            <a:pPr/>
            <a:r>
              <a:t>Negative Sentiment: 17.3%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49.2% (158 posts)</a:t>
            </a:r>
          </a:p>
          <a:p>
            <a:pPr lvl="1"/>
            <a:r>
              <a:t>Neutral: 33.4% (107 posts)</a:t>
            </a:r>
          </a:p>
          <a:p>
            <a:pPr lvl="1"/>
            <a:r>
              <a:t>Negative: 17.3% (55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323 posts (Avg Sentiment: 0.65)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323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74,172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