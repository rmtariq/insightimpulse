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"Mukhriz" "undang" "negeri sembilan"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1,040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5.7%</a:t>
            </a:r>
          </a:p>
          <a:p>
            <a:pPr/>
            <a:r>
              <a:t>Neutral Sentiment: 41.9%</a:t>
            </a:r>
          </a:p>
          <a:p>
            <a:pPr/>
            <a:r>
              <a:t>Negative Sentiment: 52.4%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5.7% (59 posts)</a:t>
            </a:r>
          </a:p>
          <a:p>
            <a:pPr lvl="1"/>
            <a:r>
              <a:t>Neutral: 41.9% (435 posts)</a:t>
            </a:r>
          </a:p>
          <a:p>
            <a:pPr lvl="1"/>
            <a:r>
              <a:t>Negative: 52.4% (544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1,019 posts (Avg Sentiment: 0.28)</a:t>
            </a:r>
          </a:p>
          <a:p>
            <a:pPr lvl="1"/>
            <a:r>
              <a:t>News: 13 posts (Avg Sentiment: 0.48)</a:t>
            </a:r>
          </a:p>
          <a:p>
            <a:pPr lvl="1"/>
            <a:r>
              <a:t>X: 8 posts (Avg Sentiment: 0.26)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1,040 data points across 3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20,992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