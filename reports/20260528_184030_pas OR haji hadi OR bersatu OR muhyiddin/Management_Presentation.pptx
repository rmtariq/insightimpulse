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pas OR "haji hadi" OR bersatu OR muhyiddin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16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(16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Threads: 16 posts (Avg Sentiment: 0.50)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16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33,364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