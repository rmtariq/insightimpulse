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26.7%</a:t>
            </a:r>
          </a:p>
          <a:p>
            <a:pPr/>
            <a:r>
              <a:t>Neutral Sentiment: 6.7%</a:t>
            </a:r>
          </a:p>
          <a:p>
            <a:pPr/>
            <a:r>
              <a:t>Negative Sentiment: 66.7%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26.7% (8 posts)</a:t>
            </a:r>
          </a:p>
          <a:p>
            <a:pPr lvl="1"/>
            <a:r>
              <a:t>Neutral: 6.7% (2 posts)</a:t>
            </a:r>
          </a:p>
          <a:p>
            <a:pPr lvl="1"/>
            <a:r>
              <a:t>Negative: 66.7% (20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30 posts (Avg Sentiment: 0.34)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391,321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