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https://www.facebook.com/story.php?story_fbid=1579205333771288&amp;id=100050455091322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532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35.9%</a:t>
            </a:r>
          </a:p>
          <a:p>
            <a:pPr/>
            <a:r>
              <a:t>Neutral Sentiment: 22.2%</a:t>
            </a:r>
          </a:p>
          <a:p>
            <a:pPr/>
            <a:r>
              <a:t>Negative Sentiment: 41.9%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35.9% (190 posts)</a:t>
            </a:r>
          </a:p>
          <a:p>
            <a:pPr lvl="1"/>
            <a:r>
              <a:t>Neutral: 22.2% (118 posts)</a:t>
            </a:r>
          </a:p>
          <a:p>
            <a:pPr lvl="1"/>
            <a:r>
              <a:t>Negative: 41.9% (222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532 posts (Avg Sentiment: 0.47)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532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4,848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