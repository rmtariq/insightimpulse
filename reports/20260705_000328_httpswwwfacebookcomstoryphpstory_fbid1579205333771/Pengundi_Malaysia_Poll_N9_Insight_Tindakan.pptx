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17"/>
  </p:normalViewPr>
  <p:slideViewPr>
    <p:cSldViewPr snapToGrid="0" snapToObjects="1">
      <p:cViewPr varScale="1">
        <p:scale>
          <a:sx n="123" d="100"/>
          <a:sy n="123" d="100"/>
        </p:scale>
        <p:origin x="14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t>Pengundi Malaysia · Poll FB N9</a:t>
            </a:r>
          </a:p>
          <a:p>
            <a:pPr>
              <a:spcAft>
                <a:spcPts val="800"/>
              </a:spcAft>
              <a:defRPr sz="2000" b="0">
                <a:solidFill>
                  <a:srgbClr val="16A34A"/>
                </a:solidFill>
              </a:defRPr>
            </a:pPr>
            <a:r>
              <a:t>Insight Operasi &amp; Cadangan Tindakan — UMNO+PAS vs 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</a:defRPr>
            </a:pPr>
            <a:r>
              <a:t>Engagement post: 1,882 (👍 1,051 · 💬 781 · ↗ 50)</a:t>
            </a:r>
          </a:p>
          <a:p>
            <a:pPr>
              <a:spcAft>
                <a:spcPts val="800"/>
              </a:spcAft>
              <a:defRPr sz="1400" b="0">
                <a:solidFill>
                  <a:srgbClr val="64748B"/>
                </a:solidFill>
              </a:defRPr>
            </a:pPr>
            <a:r>
              <a:t>531 komen di crawl · 560 engagement komen (InsightPulse)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t>Post URL Batch · InsightPulse Social Listening · Bukan polling SPR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</a:defRPr>
            </a:pPr>
            <a:r>
              <a:t>Dijana: 2026-07-05 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Cara Baca Laporan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Sumber: 1 post FB «Pengundi Malaysia» — engagement post 1,882 (like 1,051 + komen 781 + share 50).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Poll A/B via komen — 781 komen di FB, 531 captured ≈68%.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Soalan: Sokong kerjasama UMNO &amp; PAS lawan Pakatan Harapan di PRN Negeri Sembilan?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Klasifikasi: (A) Sokong eksplisit · (A-soft) implisit pro-MN · (B) Tidak Sokong · Other = debat/nuansa.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Angka undi: 89.3% Sokong vs 10.7% Tolak (komen yang jelas ambil pihak, n=233).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Sentimen &amp; emosi = nuansa nada (boleh sokong coalisi tapi nada anti-DAP/PH).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Demografi = proxy bahasa (BM/Cina/India/Urban) — bukan profil FB rasmi.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1,882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Engagement Post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531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Komen Crawl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89.3%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Sokong 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C8102E"/>
                </a:solidFill>
              </a:defRPr>
            </a:pPr>
            <a:r>
              <a:t>10.7%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Tidak Sokong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8229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Post viral: 1,882 engagement FB (1,051 like · 781 komen · 50 share) — reach tinggi untuk N9.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Sokong UMNO+PAS lawan PH: ~89.3% vs 10.7% tolak (komen jelas, n=233) — naratif MN condong kuat.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56.1% komen = debat/nuansa (contoh: sokong tapi tolak gabung UMNO) — jangan over-claim kemenangan.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Sentimen: 222 neg (42%) · 191 pos · 118 neutral — sokong coalisi, nada sering anti-DAP/PH.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Emosi dominan: Love 284 (53%) — frame penyatuan ummah/Melayu.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Audiens: Melayu/Bumiputera 335 (63%) — selaras sasaran MN N9.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Implikasi: naratif «lawan DAP/PH» resonan; elak over-celebrate — galvanize debat → jawapan 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Soalan Poll A/B — 531 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402336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Pecahan undi (komen)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(A) Sokong eksplisit: 163 (30.7%)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(A) Sokong implisit: 45 (8.5%)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(B) Tidak Sokong: 25 (4.7%)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Debat / other: 298 (56.1%)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</a:defRPr>
            </a:pPr>
            <a:r>
              <a:t>Komen jelas ambil pihak</a:t>
            </a:r>
          </a:p>
          <a:p>
            <a:pPr>
              <a:spcAft>
                <a:spcPts val="600"/>
              </a:spcAft>
              <a:defRPr sz="1600" b="1">
                <a:solidFill>
                  <a:srgbClr val="16A34A"/>
                </a:solidFill>
              </a:defRPr>
            </a:pPr>
            <a:r>
              <a:t>Sokong (A): 208 (89.3%)</a:t>
            </a:r>
          </a:p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</a:defRPr>
            </a:pPr>
            <a:r>
              <a:t>Tidak Sokong (B): 25 (10.7%)</a:t>
            </a:r>
          </a:p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t>Engagement post: 1,882 (👍1,051 💬781 ↗50)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</a:defRPr>
            </a:pPr>
            <a:r>
              <a:t>Crawl 531/781 komen (68%)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822960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A34A"/>
                </a:solidFill>
              </a:defRPr>
            </a:pPr>
            <a:r>
              <a:t>Maksud operasi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Page umum pro-MN — bukan sampling representatif seluruh N9. Gunakan sebagai signal digital, bukan angka undi rasmi.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Ramai (56.1%) tidak jawab A/B terus — mereka DEBAT (anti-DAP, pro-Melayu, skeptikal UMNO). Tugas: tukar debat → sokong MN dengan mesej ringkas.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Sentimen &amp; Emosi — Nuansa Naratif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Sentimen komen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Negative: 222 (41.8%)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Positive: 191 (36.0%)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Neutral: 118 (22.2%)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41148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Emosi dominan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love: 284 (53.5%)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no_clear_emotion: 176 (33.1%)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anger: 20 (3.8%)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surprise: 15 (2.8%)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fear: 15 (2.8%)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0"/>
            <a:ext cx="82296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Insight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Negatif tinggi ≠ tolak coalisi — kebanyakan negatif = hina DAP/PH/Aminuddin, bukan tolak PAS+UMNO.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Love 53% = frame emosi «penyatuan ummah/Melayu» — guna dalam mesej kempen, bukan debat agama kasar.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Demografi Audiens (Proxy Bahasa)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647234"/>
              </p:ext>
            </p:extLst>
          </p:nvPr>
        </p:nvGraphicFramePr>
        <p:xfrm>
          <a:off x="320040" y="960120"/>
          <a:ext cx="850392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85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Kumpulan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Komen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rPr sz="1500"/>
                        <a:t>Sokong/Tolak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Malay/Bumiputera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A 89% / B 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A 90% / B 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Mixed/Urban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Indian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/>
                        <a:t>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1500"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Top 10 Komen — Engagement Tertinggi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83297"/>
              </p:ext>
            </p:extLst>
          </p:nvPr>
        </p:nvGraphicFramePr>
        <p:xfrm>
          <a:off x="320040" y="960120"/>
          <a:ext cx="8503920" cy="5346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46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rPr sz="1150"/>
                        <a:t>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rPr sz="1150"/>
                        <a:t>Undi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rPr sz="1150"/>
                        <a:t>Sentimen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rPr sz="1150"/>
                        <a:t>Komen (ringkas)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AAAA.... Sokong Umno PAS sbb melayu Islam. Pastikan Kerajaan negeri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 dirty="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Kita tolak mudhorat lebih besar ..Asal calon PH kalah..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Bersatulah orang Melayu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Aku sokong semua yang lawan 👊 DAP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Apa sahaja, yg penting kerajaan tanpa bangsa DAP!  Mulakan negeri2 Pus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Bersatu lah wahai bangsa ku agar Tanah pusaka nenek moyang ini tetap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 sokong bn bergabung dgn pas, tolak parti harapan yg tinggal harapan.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Sgt sokong demi jatuhkan dap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Saya sokong yg A  kembali lah bersatu demi islm dan melayu Msia.Seprti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15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1150" dirty="0"/>
                        <a:t>A / Demi Penyatuan Ummah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Monitor post Pengundi Malaysia — balas komen B/tolak &amp; tanya semula: «A Sokong atau B Tidak Sokong?»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Admin digital + 2 sukarelawan · 2× sehari · KPI: 20 balasan berstruktur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Siarkan infographic 1-slide: MN lawan PH · elak pecah undi Melayu · data poll ~89% sokong (komen jelas).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share ke group WhatsApp kempen · Jumaat petang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Echo naratif «lawan DAP/PH» di ceramah/konten — guna frasa top komen (Melayu Islam, tolak pengaruh DAP).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N9 · brief semua ketua DUN · hari ini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Masukkan signal poll ke War Room Pulse Digital → Action Center (kerusi MN priority).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digital · update dashboard · sebelum war room mingguan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Ulang poll format serupa di page lain (PAS Rembau, Chembong, dll.) — banding A/B across DUN.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team · Post URL Batch InsightPulse · 1 post/minggu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Sedia 5 fakta rebut Pro-PH/debat skeptikal (BN solo, gila jawatan) — doc 1 muka surat.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+ narrative lead · minggu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Jalankan Kerja 2 crawl: krisis adat/monarki N9 (Tuanku Muhriz vs Undang 4) — keyword search.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InsightPulse · query C09 · Facebook + X + News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Banding poll digital vs cula lapangan (Modul #7 War Room) — validasi signal vs ground truth.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Ringkas &amp; Boleh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Balas </a:t>
            </a:r>
            <a:r>
              <a:rPr sz="1500" dirty="0" err="1"/>
              <a:t>komen</a:t>
            </a:r>
            <a:r>
              <a:rPr sz="1500" dirty="0"/>
              <a:t> </a:t>
            </a:r>
            <a:r>
              <a:rPr sz="1500" dirty="0" err="1"/>
              <a:t>debat</a:t>
            </a:r>
            <a:endParaRPr sz="1500" dirty="0"/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</a:t>
            </a:r>
            <a:r>
              <a:rPr sz="1500" dirty="0" err="1"/>
              <a:t>Terima</a:t>
            </a:r>
            <a:r>
              <a:rPr sz="1500" dirty="0"/>
              <a:t> </a:t>
            </a:r>
            <a:r>
              <a:rPr sz="1500" dirty="0" err="1"/>
              <a:t>kasih</a:t>
            </a:r>
            <a:r>
              <a:rPr sz="1500" dirty="0"/>
              <a:t>. PRN N9: PH </a:t>
            </a:r>
            <a:r>
              <a:rPr sz="1500" dirty="0" err="1"/>
              <a:t>kalah</a:t>
            </a:r>
            <a:r>
              <a:rPr sz="1500" dirty="0"/>
              <a:t> = </a:t>
            </a:r>
            <a:r>
              <a:rPr sz="1500" dirty="0" err="1"/>
              <a:t>matlamat</a:t>
            </a:r>
            <a:r>
              <a:rPr sz="1500" dirty="0"/>
              <a:t> </a:t>
            </a:r>
            <a:r>
              <a:rPr sz="1500" dirty="0" err="1"/>
              <a:t>bersama</a:t>
            </a:r>
            <a:r>
              <a:rPr sz="1500" dirty="0"/>
              <a:t>. </a:t>
            </a:r>
            <a:r>
              <a:rPr sz="1500" dirty="0" err="1"/>
              <a:t>Sokong</a:t>
            </a:r>
            <a:r>
              <a:rPr sz="1500" dirty="0"/>
              <a:t> A — UMNO+PAS </a:t>
            </a:r>
            <a:r>
              <a:rPr sz="1500" dirty="0" err="1"/>
              <a:t>elak</a:t>
            </a:r>
            <a:r>
              <a:rPr sz="1500" dirty="0"/>
              <a:t> </a:t>
            </a:r>
            <a:r>
              <a:rPr sz="1500" dirty="0" err="1"/>
              <a:t>pecah</a:t>
            </a:r>
            <a:r>
              <a:rPr sz="1500" dirty="0"/>
              <a:t> </a:t>
            </a:r>
            <a:r>
              <a:rPr sz="1500" dirty="0" err="1"/>
              <a:t>undi</a:t>
            </a:r>
            <a:r>
              <a:rPr sz="1500" dirty="0"/>
              <a:t> </a:t>
            </a:r>
            <a:r>
              <a:rPr sz="1500" dirty="0" err="1"/>
              <a:t>Melayu</a:t>
            </a:r>
            <a:r>
              <a:rPr sz="1500" dirty="0"/>
              <a:t>. 💚"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Post </a:t>
            </a:r>
            <a:r>
              <a:rPr sz="1500" dirty="0" err="1"/>
              <a:t>susulan</a:t>
            </a:r>
            <a:endParaRPr sz="1500" dirty="0"/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"Poll </a:t>
            </a:r>
            <a:r>
              <a:rPr sz="1500" dirty="0" err="1"/>
              <a:t>Pengundi</a:t>
            </a:r>
            <a:r>
              <a:rPr sz="1500" dirty="0"/>
              <a:t> Malaysia: ~89.3% </a:t>
            </a:r>
            <a:r>
              <a:rPr sz="1500" dirty="0" err="1"/>
              <a:t>sokong</a:t>
            </a:r>
            <a:r>
              <a:rPr sz="1500" dirty="0"/>
              <a:t> MN </a:t>
            </a:r>
            <a:r>
              <a:rPr sz="1500" dirty="0" err="1"/>
              <a:t>lawan</a:t>
            </a:r>
            <a:r>
              <a:rPr sz="1500" dirty="0"/>
              <a:t> PH. </a:t>
            </a:r>
            <a:r>
              <a:rPr sz="1500" dirty="0" err="1"/>
              <a:t>Bukan</a:t>
            </a:r>
            <a:r>
              <a:rPr sz="1500" dirty="0"/>
              <a:t> masa </a:t>
            </a:r>
            <a:r>
              <a:rPr sz="1500" dirty="0" err="1"/>
              <a:t>pecah</a:t>
            </a:r>
            <a:r>
              <a:rPr sz="1500" dirty="0"/>
              <a:t> — </a:t>
            </a:r>
            <a:r>
              <a:rPr sz="1500" dirty="0" err="1"/>
              <a:t>fokus</a:t>
            </a:r>
            <a:r>
              <a:rPr sz="1500" dirty="0"/>
              <a:t> </a:t>
            </a:r>
            <a:r>
              <a:rPr sz="1500" dirty="0" err="1"/>
              <a:t>lawan</a:t>
            </a:r>
            <a:r>
              <a:rPr sz="1500" dirty="0"/>
              <a:t> DAP."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Frame </a:t>
            </a:r>
            <a:r>
              <a:rPr sz="1500" dirty="0" err="1"/>
              <a:t>emosi</a:t>
            </a:r>
            <a:endParaRPr sz="1500" dirty="0"/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"Demi </a:t>
            </a:r>
            <a:r>
              <a:rPr sz="1500" dirty="0" err="1"/>
              <a:t>penyatuan</a:t>
            </a:r>
            <a:r>
              <a:rPr sz="1500" dirty="0"/>
              <a:t> ummah &amp; </a:t>
            </a:r>
            <a:r>
              <a:rPr sz="1500" dirty="0" err="1"/>
              <a:t>tanah</a:t>
            </a:r>
            <a:r>
              <a:rPr sz="1500" dirty="0"/>
              <a:t> </a:t>
            </a:r>
            <a:r>
              <a:rPr sz="1500" dirty="0" err="1"/>
              <a:t>pusaka</a:t>
            </a:r>
            <a:r>
              <a:rPr sz="1500" dirty="0"/>
              <a:t> — </a:t>
            </a:r>
            <a:r>
              <a:rPr sz="1500" dirty="0" err="1"/>
              <a:t>pilih</a:t>
            </a:r>
            <a:r>
              <a:rPr sz="1500" dirty="0"/>
              <a:t> </a:t>
            </a:r>
            <a:r>
              <a:rPr sz="1500" dirty="0" err="1"/>
              <a:t>kerjasama</a:t>
            </a:r>
            <a:r>
              <a:rPr sz="1500" dirty="0"/>
              <a:t>, </a:t>
            </a:r>
            <a:r>
              <a:rPr sz="1500" dirty="0" err="1"/>
              <a:t>tolak</a:t>
            </a:r>
            <a:r>
              <a:rPr sz="1500" dirty="0"/>
              <a:t> </a:t>
            </a:r>
            <a:r>
              <a:rPr sz="1500" dirty="0" err="1"/>
              <a:t>pengaruh</a:t>
            </a:r>
            <a:r>
              <a:rPr sz="1500" dirty="0"/>
              <a:t> DAP."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rPr sz="1500" dirty="0"/>
              <a:t>Elak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rPr sz="1500" dirty="0"/>
              <a:t>"</a:t>
            </a:r>
            <a:r>
              <a:rPr sz="1500" dirty="0" err="1"/>
              <a:t>Jangan</a:t>
            </a:r>
            <a:r>
              <a:rPr sz="1500" dirty="0"/>
              <a:t> over-claim «</a:t>
            </a:r>
            <a:r>
              <a:rPr sz="1500" dirty="0" err="1"/>
              <a:t>menang</a:t>
            </a:r>
            <a:r>
              <a:rPr sz="1500" dirty="0"/>
              <a:t>» — galvanize </a:t>
            </a:r>
            <a:r>
              <a:rPr sz="1500" dirty="0" err="1"/>
              <a:t>debat</a:t>
            </a:r>
            <a:r>
              <a:rPr sz="1500" dirty="0"/>
              <a:t> → </a:t>
            </a:r>
            <a:r>
              <a:rPr sz="1500" dirty="0" err="1"/>
              <a:t>jawab</a:t>
            </a:r>
            <a:r>
              <a:rPr sz="1500" dirty="0"/>
              <a:t> A </a:t>
            </a:r>
            <a:r>
              <a:rPr sz="1500" dirty="0" err="1"/>
              <a:t>atau</a:t>
            </a:r>
            <a:r>
              <a:rPr sz="1500" dirty="0"/>
              <a:t> B. Footnote: </a:t>
            </a:r>
            <a:r>
              <a:rPr sz="1500" dirty="0" err="1"/>
              <a:t>bukan</a:t>
            </a:r>
            <a:r>
              <a:rPr sz="1500" dirty="0"/>
              <a:t> polling SPR."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rPr sz="1500" dirty="0" err="1"/>
              <a:t>Sokong</a:t>
            </a:r>
            <a:r>
              <a:rPr sz="1500" dirty="0"/>
              <a:t> 89.3% ≠ </a:t>
            </a:r>
            <a:r>
              <a:rPr sz="1500" dirty="0" err="1"/>
              <a:t>undi</a:t>
            </a:r>
            <a:r>
              <a:rPr sz="1500" dirty="0"/>
              <a:t> di urn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Galvanize: </a:t>
            </a:r>
            <a:r>
              <a:rPr sz="1500" dirty="0" err="1"/>
              <a:t>debat</a:t>
            </a:r>
            <a:r>
              <a:rPr sz="1500" dirty="0"/>
              <a:t> → event/</a:t>
            </a:r>
            <a:r>
              <a:rPr sz="1500" dirty="0" err="1"/>
              <a:t>cula</a:t>
            </a:r>
            <a:r>
              <a:rPr sz="1500" dirty="0"/>
              <a:t> · </a:t>
            </a:r>
            <a:r>
              <a:rPr sz="1500" dirty="0" err="1"/>
              <a:t>tanda</a:t>
            </a:r>
            <a:r>
              <a:rPr sz="1500" dirty="0"/>
              <a:t> </a:t>
            </a:r>
            <a:r>
              <a:rPr sz="1500" dirty="0" err="1"/>
              <a:t>sokongan</a:t>
            </a:r>
            <a:r>
              <a:rPr sz="1500" dirty="0"/>
              <a:t> di </a:t>
            </a:r>
            <a:r>
              <a:rPr sz="1500" dirty="0" err="1"/>
              <a:t>lapangan</a:t>
            </a:r>
            <a:endParaRPr sz="1500" dirty="0"/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rPr sz="1500" dirty="0"/>
              <a:t>56.1% </a:t>
            </a:r>
            <a:r>
              <a:rPr sz="1500" dirty="0" err="1"/>
              <a:t>debat</a:t>
            </a:r>
            <a:r>
              <a:rPr sz="1500" dirty="0"/>
              <a:t>/</a:t>
            </a:r>
            <a:r>
              <a:rPr sz="1500" dirty="0" err="1"/>
              <a:t>nuansa</a:t>
            </a:r>
            <a:endParaRPr sz="1500" dirty="0"/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Follow-up: «A </a:t>
            </a:r>
            <a:r>
              <a:rPr sz="1500" dirty="0" err="1"/>
              <a:t>atau</a:t>
            </a:r>
            <a:r>
              <a:rPr sz="1500" dirty="0"/>
              <a:t> B?» · </a:t>
            </a:r>
            <a:r>
              <a:rPr sz="1500" dirty="0" err="1"/>
              <a:t>jangan</a:t>
            </a:r>
            <a:r>
              <a:rPr sz="1500" dirty="0"/>
              <a:t> label «</a:t>
            </a:r>
            <a:r>
              <a:rPr sz="1500" dirty="0" err="1"/>
              <a:t>atas</a:t>
            </a:r>
            <a:r>
              <a:rPr sz="1500" dirty="0"/>
              <a:t> </a:t>
            </a:r>
            <a:r>
              <a:rPr sz="1500" dirty="0" err="1"/>
              <a:t>pagar</a:t>
            </a:r>
            <a:r>
              <a:rPr sz="1500" dirty="0"/>
              <a:t>»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rPr sz="1500" dirty="0" err="1"/>
              <a:t>Audiens</a:t>
            </a:r>
            <a:r>
              <a:rPr sz="1500" dirty="0"/>
              <a:t> page </a:t>
            </a:r>
            <a:r>
              <a:rPr sz="1500" dirty="0" err="1"/>
              <a:t>umum</a:t>
            </a:r>
            <a:r>
              <a:rPr sz="1500" dirty="0"/>
              <a:t> — bias pro-MN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Footnote </a:t>
            </a:r>
            <a:r>
              <a:rPr sz="1500" dirty="0" err="1"/>
              <a:t>sentiasa</a:t>
            </a:r>
            <a:r>
              <a:rPr sz="1500" dirty="0"/>
              <a:t>: signal digital, </a:t>
            </a:r>
            <a:r>
              <a:rPr sz="1500" dirty="0" err="1"/>
              <a:t>bukan</a:t>
            </a:r>
            <a:r>
              <a:rPr sz="1500" dirty="0"/>
              <a:t> sampling N9 </a:t>
            </a:r>
            <a:r>
              <a:rPr sz="1500" dirty="0" err="1"/>
              <a:t>penuh</a:t>
            </a:r>
            <a:endParaRPr sz="1500" dirty="0"/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rPr sz="1500" dirty="0"/>
              <a:t>Nada </a:t>
            </a:r>
            <a:r>
              <a:rPr sz="1500" dirty="0" err="1"/>
              <a:t>negatif</a:t>
            </a:r>
            <a:r>
              <a:rPr sz="1500" dirty="0"/>
              <a:t> 42% — </a:t>
            </a:r>
            <a:r>
              <a:rPr sz="1500" dirty="0" err="1"/>
              <a:t>risiko</a:t>
            </a:r>
            <a:r>
              <a:rPr sz="1500" dirty="0"/>
              <a:t> salah </a:t>
            </a:r>
            <a:r>
              <a:rPr sz="1500" dirty="0" err="1"/>
              <a:t>baca</a:t>
            </a:r>
            <a:endParaRPr sz="1500" dirty="0"/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rPr sz="1500" dirty="0"/>
              <a:t>→ </a:t>
            </a:r>
            <a:r>
              <a:rPr sz="1500" dirty="0" err="1"/>
              <a:t>Negatif</a:t>
            </a:r>
            <a:r>
              <a:rPr sz="1500" dirty="0"/>
              <a:t> = anti-DAP/PH, </a:t>
            </a:r>
            <a:r>
              <a:rPr sz="1500" dirty="0" err="1"/>
              <a:t>bukan</a:t>
            </a:r>
            <a:r>
              <a:rPr sz="1500" dirty="0"/>
              <a:t> anti-</a:t>
            </a:r>
            <a:r>
              <a:rPr sz="1500" dirty="0" err="1"/>
              <a:t>coalisi</a:t>
            </a:r>
            <a:r>
              <a:rPr sz="1500" dirty="0"/>
              <a:t> — </a:t>
            </a:r>
            <a:r>
              <a:rPr sz="1500" dirty="0" err="1"/>
              <a:t>jangan</a:t>
            </a:r>
            <a:r>
              <a:rPr sz="1500" dirty="0"/>
              <a:t> </a:t>
            </a:r>
            <a:r>
              <a:rPr sz="1500" dirty="0" err="1"/>
              <a:t>ubah</a:t>
            </a:r>
            <a:r>
              <a:rPr sz="1500" dirty="0"/>
              <a:t> </a:t>
            </a:r>
            <a:r>
              <a:rPr sz="1500" dirty="0" err="1"/>
              <a:t>mesej</a:t>
            </a:r>
            <a:endParaRPr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1391</Words>
  <Application>Microsoft Macintosh PowerPoint</Application>
  <PresentationFormat>On-screen Show (4:3)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2</cp:revision>
  <dcterms:created xsi:type="dcterms:W3CDTF">2013-01-27T09:14:16Z</dcterms:created>
  <dcterms:modified xsi:type="dcterms:W3CDTF">2026-07-04T16:32:22Z</dcterms:modified>
  <cp:category/>
</cp:coreProperties>
</file>