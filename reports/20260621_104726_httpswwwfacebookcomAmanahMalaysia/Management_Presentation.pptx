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https://www.facebook.com/AmanahMalaysia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June 21,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849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57.6%</a:t>
            </a:r>
          </a:p>
          <a:p>
            <a:pPr/>
            <a:r>
              <a:t>Neutral Sentiment: 27.0%</a:t>
            </a:r>
          </a:p>
          <a:p>
            <a:pPr/>
            <a:r>
              <a:t>Negative Sentiment: 15.4%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✅ POSITIVE - Generally favorable</a:t>
            </a:r>
          </a:p>
          <a:p>
            <a:pPr lvl="1"/>
            <a:r>
              <a:t>Positive: 57.6% (489 posts)</a:t>
            </a:r>
          </a:p>
          <a:p>
            <a:pPr lvl="1"/>
            <a:r>
              <a:t>Neutral: 27.0% (229 posts)</a:t>
            </a:r>
          </a:p>
          <a:p>
            <a:pPr lvl="1"/>
            <a:r>
              <a:t>Negative: 15.4% (130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Instagram: 486 posts (Avg Sentiment: 0.74)</a:t>
            </a:r>
          </a:p>
          <a:p>
            <a:pPr lvl="1"/>
            <a:r>
              <a:t>X: 266 posts (Avg Sentiment: 0.68)</a:t>
            </a:r>
          </a:p>
          <a:p>
            <a:pPr lvl="1"/>
            <a:r>
              <a:t>Facebook: 76 posts (Avg Sentiment: 0.53)</a:t>
            </a:r>
          </a:p>
          <a:p>
            <a:pPr lvl="1"/>
            <a:r>
              <a:t>Tiktok: 21 posts (Avg Sentiment: 0.67)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849 data points across 7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Positive (±±15-25%)</a:t>
            </a:r>
          </a:p>
          <a:p>
            <a:pPr/>
            <a:r>
              <a:t>Total engagement: 516,864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