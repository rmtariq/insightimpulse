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maraliner OR "mara liner" OR "bas mara" OR "mara express"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166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18.7%</a:t>
            </a:r>
          </a:p>
          <a:p>
            <a:pPr/>
            <a:r>
              <a:t>Neutral Sentiment: 60.2%</a:t>
            </a:r>
          </a:p>
          <a:p>
            <a:pPr/>
            <a:r>
              <a:t>Negative Sentiment: 21.1%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18.7% (30 posts)</a:t>
            </a:r>
          </a:p>
          <a:p>
            <a:pPr lvl="1"/>
            <a:r>
              <a:t>Neutral: 60.2% (100 posts)</a:t>
            </a:r>
          </a:p>
          <a:p>
            <a:pPr lvl="1"/>
            <a:r>
              <a:t>Negative: 21.1% (35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166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166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11,054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