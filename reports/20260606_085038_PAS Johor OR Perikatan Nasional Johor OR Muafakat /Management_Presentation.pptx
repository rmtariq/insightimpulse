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Johor OR "Perikatan Nasional Johor" OR "Muafakat Nasional" OR "MN 2.0" OR "PAS UMNO Johor" OR PN OR MN OR MN2 OR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1,018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10.8%</a:t>
            </a:r>
          </a:p>
          <a:p>
            <a:pPr/>
            <a:r>
              <a:t>Neutral Sentiment: 44.5%</a:t>
            </a:r>
          </a:p>
          <a:p>
            <a:pPr/>
            <a:r>
              <a:t>Negative Sentiment: 44.7%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10.8% (109 posts)</a:t>
            </a:r>
          </a:p>
          <a:p>
            <a:pPr lvl="1"/>
            <a:r>
              <a:t>Neutral: 44.5% (453 posts)</a:t>
            </a:r>
          </a:p>
          <a:p>
            <a:pPr lvl="1"/>
            <a:r>
              <a:t>Negative: 44.7% (455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946 posts (Avg Sentiment: 0.35)</a:t>
            </a:r>
          </a:p>
          <a:p>
            <a:pPr lvl="1"/>
            <a:r>
              <a:t>Facebook: 72 posts (Avg Sentiment: 0.35)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1,101 data points across 3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99,130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