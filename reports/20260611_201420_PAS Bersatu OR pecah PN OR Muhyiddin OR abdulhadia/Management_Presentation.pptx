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PAS Bersatu OR pecah PN OR Muhyiddin OR abdulhadiawang OR "PAS Negeri Sembilan" OR "PRN Johor" OR sanusimdnor OR "Perikatan Nasional"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2,781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(2,781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Instagram: 2,781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2,781 data points across 1 platforms</a:t>
            </a:r>
          </a:p>
          <a:p>
            <a:pPr/>
            <a:r>
              <a:t>Statistical confidence: Standard (65%)</a:t>
            </a:r>
          </a:p>
          <a:p>
            <a:pPr/>
            <a:r>
              <a:t>Overall sentiment: Negative (±±8-12%)</a:t>
            </a:r>
          </a:p>
          <a:p>
            <a:pPr/>
            <a:r>
              <a:t>Total engagement: 8,428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