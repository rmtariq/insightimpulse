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("Normala Sudirman" OR Tenang OR N05) (PRN Johor OR PAS OR PN)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101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19.8%</a:t>
            </a:r>
          </a:p>
          <a:p>
            <a:pPr/>
            <a:r>
              <a:t>Neutral Sentiment: 57.4%</a:t>
            </a:r>
          </a:p>
          <a:p>
            <a:pPr/>
            <a:r>
              <a:t>Negative Sentiment: 22.8%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19.8% (19 posts)</a:t>
            </a:r>
          </a:p>
          <a:p>
            <a:pPr lvl="1"/>
            <a:r>
              <a:t>Neutral: 57.4% (57 posts)</a:t>
            </a:r>
          </a:p>
          <a:p>
            <a:pPr lvl="1"/>
            <a:r>
              <a:t>Negative: 22.8% (23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101 posts (Avg Sentiment: 0.49)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101 data points across 2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9,778,553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