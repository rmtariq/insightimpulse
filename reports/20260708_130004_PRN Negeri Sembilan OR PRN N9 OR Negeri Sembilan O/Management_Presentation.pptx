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PRN Negeri Sembilan OR PRN N9 OR "Negeri Sembilan" OR Seremban OR Nilai OR "Port Dickson" OR Jempol OR DAP OR PAS OR Cina OR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116</a:t>
            </a:r>
          </a:p>
          <a:p>
            <a:pPr/>
            <a:r>
              <a:t>Analysis Type: Multimodal Video Text</a:t>
            </a:r>
          </a:p>
          <a:p>
            <a:pPr/>
            <a:r>
              <a:t>Positive Sentiment: 23.3%</a:t>
            </a:r>
          </a:p>
          <a:p>
            <a:pPr/>
            <a:r>
              <a:t>Neutral Sentiment: 44.0%</a:t>
            </a:r>
          </a:p>
          <a:p>
            <a:pPr/>
            <a:r>
              <a:t>Negative Sentiment: 32.8%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23.3% (27 posts)</a:t>
            </a:r>
          </a:p>
          <a:p>
            <a:pPr lvl="1"/>
            <a:r>
              <a:t>Neutral: 44.0% (51 posts)</a:t>
            </a:r>
          </a:p>
          <a:p>
            <a:pPr lvl="1"/>
            <a:r>
              <a:t>Negative: 32.8% (38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92 posts (Avg Sentiment: 0.42)</a:t>
            </a:r>
          </a:p>
          <a:p>
            <a:pPr lvl="1"/>
            <a:r>
              <a:t>Tiktok: 24 posts (Avg Sentiment: 0.58)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data collection across all platforms</a:t>
            </a:r>
          </a:p>
          <a:p>
            <a:r>
              <a:t>• Sentiment analysis using Malaysian-focused AI models</a:t>
            </a:r>
          </a:p>
          <a:p>
            <a:r>
              <a:t>• Real-time monitoring and trend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