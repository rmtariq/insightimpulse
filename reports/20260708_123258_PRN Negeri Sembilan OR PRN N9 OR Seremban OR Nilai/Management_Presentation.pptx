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PRN Negeri Sembilan OR PRN N9 OR Seremban OR Nilai OR kos hidup OR DAP OR PAS OR Cina OR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11</a:t>
            </a:r>
          </a:p>
          <a:p>
            <a:pPr/>
            <a:r>
              <a:t>Analysis Type: Multimodal Video Text</a:t>
            </a:r>
          </a:p>
          <a:p>
            <a:pPr/>
            <a:r>
              <a:t>Positive Sentiment: 9.1%</a:t>
            </a:r>
          </a:p>
          <a:p>
            <a:pPr/>
            <a:r>
              <a:t>Neutral Sentiment: 36.4%</a:t>
            </a:r>
          </a:p>
          <a:p>
            <a:pPr/>
            <a:r>
              <a:t>Negative Sentiment: 54.5%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HIGHLY NEGATIVE - Significant concerns</a:t>
            </a:r>
          </a:p>
          <a:p>
            <a:pPr lvl="1"/>
            <a:r>
              <a:t>Positive: 9.1% (1 posts)</a:t>
            </a:r>
          </a:p>
          <a:p>
            <a:pPr lvl="1"/>
            <a:r>
              <a:t>Neutral: 36.4% (4 posts)</a:t>
            </a:r>
          </a:p>
          <a:p>
            <a:pPr lvl="1"/>
            <a:r>
              <a:t>Negative: 54.5% (5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Youtube: 11 posts (Avg Sentiment: 0.27)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Comprehensive data collection across all platforms</a:t>
            </a:r>
          </a:p>
          <a:p>
            <a:r>
              <a:t>• Sentiment analysis using Malaysian-focused AI models</a:t>
            </a:r>
          </a:p>
          <a:p>
            <a:r>
              <a:t>• Real-time monitoring and trend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