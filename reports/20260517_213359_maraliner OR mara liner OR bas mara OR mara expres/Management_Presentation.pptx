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165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18.2%</a:t>
            </a:r>
          </a:p>
          <a:p>
            <a:pPr/>
            <a:r>
              <a:t>Neutral Sentiment: 60.0%</a:t>
            </a:r>
          </a:p>
          <a:p>
            <a:pPr/>
            <a:r>
              <a:t>Negative Sentiment: 21.8%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18.2% (30 posts)</a:t>
            </a:r>
          </a:p>
          <a:p>
            <a:pPr lvl="1"/>
            <a:r>
              <a:t>Neutral: 60.0% (99 posts)</a:t>
            </a:r>
          </a:p>
          <a:p>
            <a:pPr lvl="1"/>
            <a:r>
              <a:t>Negative: 21.8% (35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165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165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26,603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