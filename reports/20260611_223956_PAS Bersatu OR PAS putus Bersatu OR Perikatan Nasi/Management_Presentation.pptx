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Bersatu OR "PAS putus Bersatu" OR "Perikatan Nasional" OR Muhyiddin OR "Abdul Hadi Awang" OR "Negeri Sembilan" OR "PRN Johor" OR "PRN Melaka"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391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3.8%</a:t>
            </a:r>
          </a:p>
          <a:p>
            <a:pPr/>
            <a:r>
              <a:t>Neutral Sentiment: 76.0%</a:t>
            </a:r>
          </a:p>
          <a:p>
            <a:pPr/>
            <a:r>
              <a:t>Negative Sentiment: 20.2%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3.8% (14 posts)</a:t>
            </a:r>
          </a:p>
          <a:p>
            <a:pPr lvl="1"/>
            <a:r>
              <a:t>Neutral: 76.0% (297 posts)</a:t>
            </a:r>
          </a:p>
          <a:p>
            <a:pPr lvl="1"/>
            <a:r>
              <a:t>Negative: 20.2% (78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391 posts (Avg Sentiment: 0.43)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391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