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436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17.2%</a:t>
            </a:r>
          </a:p>
          <a:p>
            <a:pPr/>
            <a:r>
              <a:t>Neutral Sentiment: 47.9%</a:t>
            </a:r>
          </a:p>
          <a:p>
            <a:pPr/>
            <a:r>
              <a:t>Negative Sentiment: 34.9%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17.2% (74 posts)</a:t>
            </a:r>
          </a:p>
          <a:p>
            <a:pPr lvl="1"/>
            <a:r>
              <a:t>Neutral: 47.9% (208 posts)</a:t>
            </a:r>
          </a:p>
          <a:p>
            <a:pPr lvl="1"/>
            <a:r>
              <a:t>Negative: 34.9% (152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436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436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48,082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