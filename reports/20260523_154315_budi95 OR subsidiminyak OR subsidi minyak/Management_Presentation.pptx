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 OR subsidiminyak OR "subsidi minyak"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234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29.9%</a:t>
            </a:r>
          </a:p>
          <a:p>
            <a:pPr/>
            <a:r>
              <a:t>Neutral Sentiment: 42.3%</a:t>
            </a:r>
          </a:p>
          <a:p>
            <a:pPr/>
            <a:r>
              <a:t>Negative Sentiment: 27.8%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29.9% (69 posts)</a:t>
            </a:r>
          </a:p>
          <a:p>
            <a:pPr lvl="1"/>
            <a:r>
              <a:t>Neutral: 42.3% (98 posts)</a:t>
            </a:r>
          </a:p>
          <a:p>
            <a:pPr lvl="1"/>
            <a:r>
              <a:t>Negative: 27.8% (65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159 posts (Avg Sentiment: 0.55)</a:t>
            </a:r>
          </a:p>
          <a:p>
            <a:pPr lvl="1"/>
            <a:r>
              <a:t>Instagram: 75 posts (Avg Sentiment: 0.40)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234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142,267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