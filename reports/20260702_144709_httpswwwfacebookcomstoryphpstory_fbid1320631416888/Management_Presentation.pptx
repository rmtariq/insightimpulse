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https://www.facebook.com/story.php?story_fbid=1320631416888667&amp;id=100068254643233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41.7%</a:t>
            </a:r>
          </a:p>
          <a:p>
            <a:pPr/>
            <a:r>
              <a:t>Neutral Sentiment: 43.3%</a:t>
            </a:r>
          </a:p>
          <a:p>
            <a:pPr/>
            <a:r>
              <a:t>Negative Sentiment: 15.0%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41.7% (25 posts)</a:t>
            </a:r>
          </a:p>
          <a:p>
            <a:pPr lvl="1"/>
            <a:r>
              <a:t>Neutral: 43.3% (25 posts)</a:t>
            </a:r>
          </a:p>
          <a:p>
            <a:pPr lvl="1"/>
            <a:r>
              <a:t>Negative: 15.0% (9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60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3,029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