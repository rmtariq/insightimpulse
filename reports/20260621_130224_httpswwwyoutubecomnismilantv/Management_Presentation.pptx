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https://www.youtube.com/nismilantv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30.8%</a:t>
            </a:r>
          </a:p>
          <a:p>
            <a:pPr/>
            <a:r>
              <a:t>Neutral Sentiment: 38.5%</a:t>
            </a:r>
          </a:p>
          <a:p>
            <a:pPr/>
            <a:r>
              <a:t>Negative Sentiment: 30.8%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30.8% (4 posts)</a:t>
            </a:r>
          </a:p>
          <a:p>
            <a:pPr lvl="1"/>
            <a:r>
              <a:t>Neutral: 38.5% (5 posts)</a:t>
            </a:r>
          </a:p>
          <a:p>
            <a:pPr lvl="1"/>
            <a:r>
              <a:t>Negative: 30.8% (4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13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13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51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