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("MARA Liner" OR "MARALiner" OR "MaraLiner") AND (review OR "brand" OR "reputation" OR "brand image")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May 19,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229</a:t>
            </a:r>
          </a:p>
          <a:p>
            <a:pPr/>
            <a:r>
              <a:t>Analysis Type: Brand Monitoring</a:t>
            </a:r>
          </a:p>
          <a:p>
            <a:pPr/>
            <a:r>
              <a:t>Positive Sentiment: 47.2%</a:t>
            </a:r>
          </a:p>
          <a:p>
            <a:pPr/>
            <a:r>
              <a:t>Neutral Sentiment: 42.8%</a:t>
            </a:r>
          </a:p>
          <a:p>
            <a:pPr/>
            <a:r>
              <a:t>Negative Sentiment: 10.0%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✅ POSITIVE - Generally favorable</a:t>
            </a:r>
          </a:p>
          <a:p>
            <a:pPr lvl="1"/>
            <a:r>
              <a:t>Positive: 47.2% (108 posts)</a:t>
            </a:r>
          </a:p>
          <a:p>
            <a:pPr lvl="1"/>
            <a:r>
              <a:t>Neutral: 42.8% (98 posts)</a:t>
            </a:r>
          </a:p>
          <a:p>
            <a:pPr lvl="1"/>
            <a:r>
              <a:t>Negative: 10.0% (22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Facebook: 124 posts (Avg Sentiment: 0.78)</a:t>
            </a:r>
          </a:p>
          <a:p>
            <a:pPr lvl="1"/>
            <a:r>
              <a:t>News: 40 posts (Avg Sentiment: 0.39)</a:t>
            </a:r>
          </a:p>
          <a:p>
            <a:pPr lvl="1"/>
            <a:r>
              <a:t>Tiktok: 36 posts (Avg Sentiment: 0.61)</a:t>
            </a:r>
          </a:p>
          <a:p>
            <a:pPr lvl="1"/>
            <a:r>
              <a:t>X: 17 posts (Avg Sentiment: 0.55)</a:t>
            </a:r>
          </a:p>
          <a:p>
            <a:pPr lvl="1"/>
            <a:r>
              <a:t>Instagram: 12 posts (Avg Sentiment: 0.58)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229 records across 5 platforms</a:t>
            </a:r>
          </a:p>
          <a:p>
            <a:pPr/>
            <a:r>
              <a:t>Sentiment mix: 47.2% positive, 42.8% neutral, 10.0% negative</a:t>
            </a:r>
          </a:p>
          <a:p>
            <a:pPr/>
            <a:r>
              <a:t>Highest-volume platform: Facebook</a:t>
            </a:r>
          </a:p>
          <a:p>
            <a:pPr/>
            <a:r>
              <a:t>Total engagement captured: 10,400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