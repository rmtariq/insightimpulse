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224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17.0%</a:t>
            </a:r>
          </a:p>
          <a:p>
            <a:pPr/>
            <a:r>
              <a:t>Neutral Sentiment: 60.7%</a:t>
            </a:r>
          </a:p>
          <a:p>
            <a:pPr/>
            <a:r>
              <a:t>Negative Sentiment: 22.3%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17.0% (38 posts)</a:t>
            </a:r>
          </a:p>
          <a:p>
            <a:pPr lvl="1"/>
            <a:r>
              <a:t>Neutral: 60.7% (135 posts)</a:t>
            </a:r>
          </a:p>
          <a:p>
            <a:pPr lvl="1"/>
            <a:r>
              <a:t>Negative: 22.3% (49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Instagram: 150 posts (Avg Sentiment: 0.42)</a:t>
            </a:r>
          </a:p>
          <a:p>
            <a:pPr lvl="1"/>
            <a:r>
              <a:t>Youtube: 74 posts (Avg Sentiment: 0.59)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224 data points across 2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15,124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