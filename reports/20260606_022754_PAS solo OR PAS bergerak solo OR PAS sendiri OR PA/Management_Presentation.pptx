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"PAS solo" OR "PAS bergerak solo" OR "PAS sendiri" OR "PAS bertanding solo" OR "PAS tanpa Bersatu" OR "PAS kuat" OR "PAS menang" OR "Perikatan Nasional" OR "PN Johor" OR "PAS Bersatu" OR "PN menang" OR "PN kalah" OR "PN kuat" OR "PN lemah" OR "Muafakat Nasional" OR "MN 2.0" OR "MN20" OR "MN2.0" OR "UMDAP" OR "PAS UMNO" OR "UMNO PAS" OR "perpaduan Melayu" OR "Melayu bersatu" OR "gelombang hijau Johor"</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2,520</a:t>
            </a:r>
          </a:p>
          <a:p>
            <a:pPr/>
            <a:r>
              <a:t>Analysis Type: Social Listening</a:t>
            </a:r>
          </a:p>
          <a:p>
            <a:pPr/>
            <a:r>
              <a:t>Positive Sentiment: 21.1%</a:t>
            </a:r>
          </a:p>
          <a:p>
            <a:pPr/>
            <a:r>
              <a:t>Neutral Sentiment: 49.0%</a:t>
            </a:r>
          </a:p>
          <a:p>
            <a:pPr/>
            <a:r>
              <a:t>Negative Sentiment: 29.8%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21.1% (531 posts)</a:t>
            </a:r>
          </a:p>
          <a:p>
            <a:pPr lvl="1"/>
            <a:r>
              <a:t>Neutral: 49.0% (1,234 posts)</a:t>
            </a:r>
          </a:p>
          <a:p>
            <a:pPr lvl="1"/>
            <a:r>
              <a:t>Negative: 29.8% (750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Instagram: 903 posts (Avg Sentiment: 0.64)</a:t>
            </a:r>
          </a:p>
          <a:p>
            <a:pPr lvl="1"/>
            <a:r>
              <a:t>Threads: 893 posts (Avg Sentiment: 0.32)</a:t>
            </a:r>
          </a:p>
          <a:p>
            <a:pPr lvl="1"/>
            <a:r>
              <a:t>Tiktok: 346 posts (Avg Sentiment: 0.50)</a:t>
            </a:r>
          </a:p>
          <a:p>
            <a:pPr lvl="1"/>
            <a:r>
              <a:t>X: 331 posts (Avg Sentiment: 0.36)</a:t>
            </a:r>
          </a:p>
          <a:p>
            <a:pPr lvl="1"/>
            <a:r>
              <a:t>Facebook: 47 posts (Avg Sentiment: 0.28)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2,520 data points across 5 platforms</a:t>
            </a:r>
          </a:p>
          <a:p>
            <a:pPr/>
            <a:r>
              <a:t>Statistical confidence: Standard (65%)</a:t>
            </a:r>
          </a:p>
          <a:p>
            <a:pPr/>
            <a:r>
              <a:t>Overall sentiment: Neutral (±±8-12%)</a:t>
            </a:r>
          </a:p>
          <a:p>
            <a:pPr/>
            <a:r>
              <a:t>Total engagement: 7,422,333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