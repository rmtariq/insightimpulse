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OR Bersatu OR "Perikatan Nasional" OR PN OR hajihadi OR "haji hadi"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2,046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27.5%</a:t>
            </a:r>
          </a:p>
          <a:p>
            <a:pPr/>
            <a:r>
              <a:t>Neutral Sentiment: 45.9%</a:t>
            </a:r>
          </a:p>
          <a:p>
            <a:pPr/>
            <a:r>
              <a:t>Negative Sentiment: 26.6%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27.5% (562 posts)</a:t>
            </a:r>
          </a:p>
          <a:p>
            <a:pPr lvl="1"/>
            <a:r>
              <a:t>Neutral: 45.9% (939 posts)</a:t>
            </a:r>
          </a:p>
          <a:p>
            <a:pPr lvl="1"/>
            <a:r>
              <a:t>Negative: 26.6% (544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475 posts (Avg Sentiment: 0.53)</a:t>
            </a:r>
          </a:p>
          <a:p>
            <a:pPr lvl="1"/>
            <a:r>
              <a:t>Tiktok: 445 posts (Avg Sentiment: 0.75)</a:t>
            </a:r>
          </a:p>
          <a:p>
            <a:pPr lvl="1"/>
            <a:r>
              <a:t>Threads: 428 posts (Avg Sentiment: 0.34)</a:t>
            </a:r>
          </a:p>
          <a:p>
            <a:pPr lvl="1"/>
            <a:r>
              <a:t>Instagram: 391 posts (Avg Sentiment: 0.36)</a:t>
            </a:r>
          </a:p>
          <a:p>
            <a:pPr lvl="1"/>
            <a:r>
              <a:t>X: 307 posts (Avg Sentiment: 0.43)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2,061 data points across 6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6,671,270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