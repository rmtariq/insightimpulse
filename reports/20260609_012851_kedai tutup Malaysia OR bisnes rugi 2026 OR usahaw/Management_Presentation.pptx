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kedai tutup Malaysia OR bisnes rugi 2026 OR usahawan Malaysia susah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192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28.1%</a:t>
            </a:r>
          </a:p>
          <a:p>
            <a:pPr/>
            <a:r>
              <a:t>Neutral Sentiment: 22.9%</a:t>
            </a:r>
          </a:p>
          <a:p>
            <a:pPr/>
            <a:r>
              <a:t>Negative Sentiment: 49.0%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28.1% (53 posts)</a:t>
            </a:r>
          </a:p>
          <a:p>
            <a:pPr lvl="1"/>
            <a:r>
              <a:t>Neutral: 22.9% (43 posts)</a:t>
            </a:r>
          </a:p>
          <a:p>
            <a:pPr lvl="1"/>
            <a:r>
              <a:t>Negative: 49.0% (94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192 posts (Avg Sentiment: 0.40)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192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1,608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