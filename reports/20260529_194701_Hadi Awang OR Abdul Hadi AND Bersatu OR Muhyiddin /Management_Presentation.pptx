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("Hadi Awang" OR "Abdul Hadi") AND (Bersatu OR Muhyiddin OR "kesabaran ada batas")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846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10.8%</a:t>
            </a:r>
          </a:p>
          <a:p>
            <a:pPr/>
            <a:r>
              <a:t>Neutral Sentiment: 59.5%</a:t>
            </a:r>
          </a:p>
          <a:p>
            <a:pPr/>
            <a:r>
              <a:t>Negative Sentiment: 29.8%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10.8% (91 posts)</a:t>
            </a:r>
          </a:p>
          <a:p>
            <a:pPr lvl="1"/>
            <a:r>
              <a:t>Neutral: 59.5% (503 posts)</a:t>
            </a:r>
          </a:p>
          <a:p>
            <a:pPr lvl="1"/>
            <a:r>
              <a:t>Negative: 29.8% (252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454 posts (Avg Sentiment: 0.34)</a:t>
            </a:r>
          </a:p>
          <a:p>
            <a:pPr lvl="1"/>
            <a:r>
              <a:t>Tiktok: 347 posts (Avg Sentiment: 0.52)</a:t>
            </a:r>
          </a:p>
          <a:p>
            <a:pPr lvl="1"/>
            <a:r>
              <a:t>Facebook: 45 posts (Avg Sentiment: 0.33)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846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9,303,043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