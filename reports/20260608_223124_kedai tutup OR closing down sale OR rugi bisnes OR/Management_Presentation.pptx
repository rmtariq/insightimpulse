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kedai tutup OR closing down sale OR rugi bisnes OR kos naik lagi OR cashflow masalah OR bisnes gulung tikar OR modal habis OR sewa naik tak mampu OR pekerja berhenti OR tak boleh bayar ansuran</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1,731</a:t>
            </a:r>
          </a:p>
          <a:p>
            <a:pPr/>
            <a:r>
              <a:t>Analysis Type: Social Listening</a:t>
            </a:r>
          </a:p>
          <a:p>
            <a:pPr/>
            <a:r>
              <a:t>Positive Sentiment: 26.2%</a:t>
            </a:r>
          </a:p>
          <a:p>
            <a:pPr/>
            <a:r>
              <a:t>Neutral Sentiment: 64.1%</a:t>
            </a:r>
          </a:p>
          <a:p>
            <a:pPr/>
            <a:r>
              <a:t>Negative Sentiment: 9.6%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NEUTRAL - Mixed sentiment</a:t>
            </a:r>
          </a:p>
          <a:p>
            <a:pPr lvl="1"/>
            <a:r>
              <a:t>Positive: 26.2% (453 posts)</a:t>
            </a:r>
          </a:p>
          <a:p>
            <a:pPr lvl="1"/>
            <a:r>
              <a:t>Neutral: 64.1% (1,109 posts)</a:t>
            </a:r>
          </a:p>
          <a:p>
            <a:pPr lvl="1"/>
            <a:r>
              <a:t>Negative: 9.6% (166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Instagram: 1,353 posts (Avg Sentiment: 0.55)</a:t>
            </a:r>
          </a:p>
          <a:p>
            <a:pPr lvl="1"/>
            <a:r>
              <a:t>Tiktok: 378 posts (Avg Sentiment: 0.66)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1,731 data points across 2 platforms</a:t>
            </a:r>
          </a:p>
          <a:p>
            <a:pPr/>
            <a:r>
              <a:t>Statistical confidence: Standard (65%)</a:t>
            </a:r>
          </a:p>
          <a:p>
            <a:pPr/>
            <a:r>
              <a:t>Overall sentiment: Neutral (±±8-12%)</a:t>
            </a:r>
          </a:p>
          <a:p>
            <a:pPr/>
            <a:r>
              <a:t>Total engagement: 2,896,745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