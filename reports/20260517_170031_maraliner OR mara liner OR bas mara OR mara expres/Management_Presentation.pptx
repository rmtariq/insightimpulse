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131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36.6%</a:t>
            </a:r>
          </a:p>
          <a:p>
            <a:pPr/>
            <a:r>
              <a:t>Neutral Sentiment: 60.3%</a:t>
            </a:r>
          </a:p>
          <a:p>
            <a:pPr/>
            <a:r>
              <a:t>Negative Sentiment: 3.1%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36.6% (48 posts)</a:t>
            </a:r>
          </a:p>
          <a:p>
            <a:pPr lvl="1"/>
            <a:r>
              <a:t>Neutral: 60.3% (79 posts)</a:t>
            </a:r>
          </a:p>
          <a:p>
            <a:pPr lvl="1"/>
            <a:r>
              <a:t>Negative: 3.1% (3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131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131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7,037,455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