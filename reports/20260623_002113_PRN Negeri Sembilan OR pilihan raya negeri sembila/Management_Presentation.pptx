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"PRN Negeri Sembilan" OR "pilihan raya negeri sembilan" OR "SPR Negeri Sembilan" OR Aminuddin OR "PAS Negeri Sembilan"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708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18.6%</a:t>
            </a:r>
          </a:p>
          <a:p>
            <a:pPr/>
            <a:r>
              <a:t>Neutral Sentiment: 41.0%</a:t>
            </a:r>
          </a:p>
          <a:p>
            <a:pPr/>
            <a:r>
              <a:t>Negative Sentiment: 40.4%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18.6% (131 posts)</a:t>
            </a:r>
          </a:p>
          <a:p>
            <a:pPr lvl="1"/>
            <a:r>
              <a:t>Neutral: 41.0% (290 posts)</a:t>
            </a:r>
          </a:p>
          <a:p>
            <a:pPr lvl="1"/>
            <a:r>
              <a:t>Negative: 40.4% (286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395 posts (Avg Sentiment: 0.41)</a:t>
            </a:r>
          </a:p>
          <a:p>
            <a:pPr lvl="1"/>
            <a:r>
              <a:t>X: 138 posts (Avg Sentiment: 0.27)</a:t>
            </a:r>
          </a:p>
          <a:p>
            <a:pPr lvl="1"/>
            <a:r>
              <a:t>Tiktok: 131 posts (Avg Sentiment: 0.54)</a:t>
            </a:r>
          </a:p>
          <a:p>
            <a:pPr lvl="1"/>
            <a:r>
              <a:t>News: 44 posts (Avg Sentiment: 0.40)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708 data points across 4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568,525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