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"Harakatdaily" OR "Harakatdaily HD" OR "罗盛年" OR "Shawn Loh" OR "天堂味" OR ("PAS" AND ("BN" OR "国阵") AND ("syurga" OR "heaven" OR "天堂"))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57.1%</a:t>
            </a:r>
          </a:p>
          <a:p>
            <a:pPr/>
            <a:r>
              <a:t>Negative Sentiment: 42.9%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57.1% (7 posts)</a:t>
            </a:r>
          </a:p>
          <a:p>
            <a:pPr lvl="1"/>
            <a:r>
              <a:t>Negative: 42.9% (6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14 posts (Avg Sentiment: 0.30)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90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5,056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