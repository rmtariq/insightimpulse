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"adat perpatih" OR undang OR "tuanku muhriz" "negeri sembilan" dap OR aminuddin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4,562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11.7%</a:t>
            </a:r>
          </a:p>
          <a:p>
            <a:pPr/>
            <a:r>
              <a:t>Neutral Sentiment: 46.4%</a:t>
            </a:r>
          </a:p>
          <a:p>
            <a:pPr/>
            <a:r>
              <a:t>Negative Sentiment: 41.9%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11.7% (533 posts)</a:t>
            </a:r>
          </a:p>
          <a:p>
            <a:pPr lvl="1"/>
            <a:r>
              <a:t>Neutral: 46.4% (2,116 posts)</a:t>
            </a:r>
          </a:p>
          <a:p>
            <a:pPr lvl="1"/>
            <a:r>
              <a:t>Negative: 41.9% (1,911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4,350 posts (Avg Sentiment: 0.35)</a:t>
            </a:r>
          </a:p>
          <a:p>
            <a:pPr lvl="1"/>
            <a:r>
              <a:t>X: 112 posts (Avg Sentiment: 0.37)</a:t>
            </a:r>
          </a:p>
          <a:p>
            <a:pPr lvl="1"/>
            <a:r>
              <a:t>News: 100 posts (Avg Sentiment: 0.48)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4,562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421,763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