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("KDEBWM" OR "KDEB Waste Management" OR "KDEB Waste")</a:t>
            </a:r>
          </a:p>
          <a:p>
            <a:r>
              <a:t>AND</a:t>
            </a:r>
          </a:p>
          <a:p>
            <a:r>
              <a:t>("sampah tak kutip" OR "sampah tidak dikutip" OR "kutipan sampah" OR "kutip sampah" OR "longgokan sampah" OR "sampah penuh" OR "bau busuk" OR "jalan kotor" OR "kawasan kotor" OR "pembersihan awam" OR "cleaning service" OR "public cleansing" OR "late collection" OR "missed collection" OR "dirty area" OR "aduan")</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May 24,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2,925</a:t>
            </a:r>
          </a:p>
          <a:p>
            <a:pPr/>
            <a:r>
              <a:t>Analysis Type: Issue Detection</a:t>
            </a:r>
          </a:p>
          <a:p>
            <a:pPr/>
            <a:r>
              <a:t>Positive Sentiment: 66.7%</a:t>
            </a:r>
          </a:p>
          <a:p>
            <a:pPr/>
            <a:r>
              <a:t>Neutral Sentiment: 26.1%</a:t>
            </a:r>
          </a:p>
          <a:p>
            <a:pPr/>
            <a:r>
              <a:t>Negative Sentiment: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HIGHLY POSITIVE - Strong public support</a:t>
            </a:r>
          </a:p>
          <a:p>
            <a:pPr lvl="1"/>
            <a:r>
              <a:t>Positive: 66.7% (1,950 posts)</a:t>
            </a:r>
          </a:p>
          <a:p>
            <a:pPr lvl="1"/>
            <a:r>
              <a:t>Neutral: 26.1% (763 posts)</a:t>
            </a:r>
          </a:p>
          <a:p>
            <a:pPr lvl="1"/>
            <a:r>
              <a:t>Negative: 7.2% (210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Instagram: 2,524 posts (Avg Sentiment: 0.73)</a:t>
            </a:r>
          </a:p>
          <a:p>
            <a:pPr lvl="1"/>
            <a:r>
              <a:t>Tiktok: 385 posts (Avg Sentiment: 0.65)</a:t>
            </a:r>
          </a:p>
          <a:p>
            <a:pPr lvl="1"/>
            <a:r>
              <a:t>X: 16 posts (Avg Sentiment: 0.53)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 Comprehensive data collection across all platforms</a:t>
            </a:r>
          </a:p>
          <a:p>
            <a:r>
              <a:t>• Sentiment analysis using Malaysian-focused AI models</a:t>
            </a:r>
          </a:p>
          <a:p>
            <a:r>
              <a:t>• Real-time monitoring and trend detection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