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13.4%</a:t>
            </a:r>
          </a:p>
          <a:p>
            <a:pPr/>
            <a:r>
              <a:t>Neutral Sentiment: 43.7%</a:t>
            </a:r>
          </a:p>
          <a:p>
            <a:pPr/>
            <a:r>
              <a:t>Negative Sentiment: 43.0%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13.4% (19 posts)</a:t>
            </a:r>
          </a:p>
          <a:p>
            <a:pPr lvl="1"/>
            <a:r>
              <a:t>Neutral: 43.7% (62 posts)</a:t>
            </a:r>
          </a:p>
          <a:p>
            <a:pPr lvl="1"/>
            <a:r>
              <a:t>Negative: 43.0% (61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142 posts (Avg Sentiment: 0.36)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142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3,290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