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("PAS" OR "Parti Islam Se-Malaysia" OR "Parti Islam Se Malaysia")</a:t>
            </a:r>
          </a:p>
          <a:p>
            <a:r>
              <a:t>AND</a:t>
            </a:r>
          </a:p>
          <a:p>
            <a:r>
              <a:t>("Bersatu" OR "PPBM" OR "Perikatan Nasional" OR "PN")</a:t>
            </a:r>
          </a:p>
          <a:p>
            <a:r>
              <a:t>AND</a:t>
            </a:r>
          </a:p>
          <a:p>
            <a:r>
              <a:t>("kaji semula hubungan" OR "teliti semula hubungan" OR "putus kerjasama" OR "perpecahan" OR "PAS bergerak solo" OR "PAS boleh bergerak solo")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28,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969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60.9%</a:t>
            </a:r>
          </a:p>
          <a:p>
            <a:pPr/>
            <a:r>
              <a:t>Neutral Sentiment: 23.0%</a:t>
            </a:r>
          </a:p>
          <a:p>
            <a:pPr/>
            <a:r>
              <a:t>Negative Sentiment: 16.1%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✅ HIGHLY POSITIVE - Strong public support</a:t>
            </a:r>
          </a:p>
          <a:p>
            <a:pPr lvl="1"/>
            <a:r>
              <a:t>Positive: 60.9% (590 posts)</a:t>
            </a:r>
          </a:p>
          <a:p>
            <a:pPr lvl="1"/>
            <a:r>
              <a:t>Neutral: 23.0% (222 posts)</a:t>
            </a:r>
          </a:p>
          <a:p>
            <a:pPr lvl="1"/>
            <a:r>
              <a:t>Negative: 16.1% (156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Tiktok: 541 posts (Avg Sentiment: 0.73)</a:t>
            </a:r>
          </a:p>
          <a:p>
            <a:pPr lvl="1"/>
            <a:r>
              <a:t>Instagram: 357 posts (Avg Sentiment: 0.63)</a:t>
            </a:r>
          </a:p>
          <a:p>
            <a:pPr lvl="1"/>
            <a:r>
              <a:t>X: 41 posts (Avg Sentiment: 0.44)</a:t>
            </a:r>
          </a:p>
          <a:p>
            <a:pPr lvl="1"/>
            <a:r>
              <a:t>Facebook: 30 posts (Avg Sentiment: 0.32)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969 data points across 5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Positive (±±15-25%)</a:t>
            </a:r>
          </a:p>
          <a:p>
            <a:pPr/>
            <a:r>
              <a:t>Total engagement: 12,761,506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