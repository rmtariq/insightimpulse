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("PAS" OR "Perikatan Nasional" OR "hajihadi") AND ("Bersatu" OR "Muhyiddin")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28,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20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0.0%</a:t>
            </a:r>
          </a:p>
          <a:p>
            <a:pPr/>
            <a:r>
              <a:t>Neutral Sentiment: 100.0%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100.0% (20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Threads: 20 posts (Avg Sentiment: 0.50)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20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26,826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