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3 post URLs (https://www.tiktok.com/@mazlan.bujang2…)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09,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97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74.2%</a:t>
            </a:r>
          </a:p>
          <a:p>
            <a:pPr/>
            <a:r>
              <a:t>Neutral Sentiment: 16.5%</a:t>
            </a:r>
          </a:p>
          <a:p>
            <a:pPr/>
            <a:r>
              <a:t>Negative Sentiment: 9.3%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HIGHLY POSITIVE - Strong public support</a:t>
            </a:r>
          </a:p>
          <a:p>
            <a:pPr lvl="1"/>
            <a:r>
              <a:t>Positive: 74.2% (71 posts)</a:t>
            </a:r>
          </a:p>
          <a:p>
            <a:pPr lvl="1"/>
            <a:r>
              <a:t>Neutral: 16.5% (16 posts)</a:t>
            </a:r>
          </a:p>
          <a:p>
            <a:pPr lvl="1"/>
            <a:r>
              <a:t>Negative: 9.3% (9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97 posts (Avg Sentiment: 0.82)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97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Positive (±±15-25%)</a:t>
            </a:r>
          </a:p>
          <a:p>
            <a:pPr/>
            <a:r>
              <a:t>Total engagement: 49,540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