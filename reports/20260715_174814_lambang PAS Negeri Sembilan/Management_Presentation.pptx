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"lambang PAS" "Negeri Sembilan"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July 15,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479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27.1%</a:t>
            </a:r>
          </a:p>
          <a:p>
            <a:pPr/>
            <a:r>
              <a:t>Neutral Sentiment: 34.9%</a:t>
            </a:r>
          </a:p>
          <a:p>
            <a:pPr/>
            <a:r>
              <a:t>Negative Sentiment: 38.0%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⚠️ NEGATIVE - Notable negative sentiment</a:t>
            </a:r>
          </a:p>
          <a:p>
            <a:pPr lvl="1"/>
            <a:r>
              <a:t>Positive: 27.1% (129 posts)</a:t>
            </a:r>
          </a:p>
          <a:p>
            <a:pPr lvl="1"/>
            <a:r>
              <a:t>Neutral: 34.9% (167 posts)</a:t>
            </a:r>
          </a:p>
          <a:p>
            <a:pPr lvl="1"/>
            <a:r>
              <a:t>Negative: 38.0% (182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Tiktok: 275 posts (Avg Sentiment: 0.51)</a:t>
            </a:r>
          </a:p>
          <a:p>
            <a:pPr lvl="1"/>
            <a:r>
              <a:t>Facebook: 185 posts (Avg Sentiment: 0.34)</a:t>
            </a:r>
          </a:p>
          <a:p>
            <a:pPr lvl="1"/>
            <a:r>
              <a:t>News: 19 posts (Avg Sentiment: 0.57)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1,022 data points across 5 platforms</a:t>
            </a:r>
          </a:p>
          <a:p>
            <a:pPr/>
            <a:r>
              <a:t>Statistical confidence: Standard (65%)</a:t>
            </a:r>
          </a:p>
          <a:p>
            <a:pPr/>
            <a:r>
              <a:t>Overall sentiment: Neutral (±±8-12%)</a:t>
            </a:r>
          </a:p>
          <a:p>
            <a:pPr/>
            <a:r>
              <a:t>Total engagement: 17,641,416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