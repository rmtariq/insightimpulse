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59.1%</a:t>
            </a:r>
          </a:p>
          <a:p>
            <a:pPr/>
            <a:r>
              <a:t>Neutral Sentiment: 27.5%</a:t>
            </a:r>
          </a:p>
          <a:p>
            <a:pPr/>
            <a:r>
              <a:t>Negative Sentiment: 13.4%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59.1% (88 posts)</a:t>
            </a:r>
          </a:p>
          <a:p>
            <a:pPr lvl="1"/>
            <a:r>
              <a:t>Neutral: 27.5% (41 posts)</a:t>
            </a:r>
          </a:p>
          <a:p>
            <a:pPr lvl="1"/>
            <a:r>
              <a:t>Negative: 13.4% (20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149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149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2,970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