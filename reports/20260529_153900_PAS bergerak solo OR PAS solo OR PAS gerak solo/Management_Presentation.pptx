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"PAS bergerak solo" OR "PAS solo" OR "PAS gerak solo"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1,607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22.8%</a:t>
            </a:r>
          </a:p>
          <a:p>
            <a:pPr/>
            <a:r>
              <a:t>Neutral Sentiment: 61.2%</a:t>
            </a:r>
          </a:p>
          <a:p>
            <a:pPr/>
            <a:r>
              <a:t>Negative Sentiment: 16.0%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22.8% (366 posts)</a:t>
            </a:r>
          </a:p>
          <a:p>
            <a:pPr lvl="1"/>
            <a:r>
              <a:t>Neutral: 61.2% (983 posts)</a:t>
            </a:r>
          </a:p>
          <a:p>
            <a:pPr lvl="1"/>
            <a:r>
              <a:t>Negative: 16.0% (257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458 posts (Avg Sentiment: 0.54)</a:t>
            </a:r>
          </a:p>
          <a:p>
            <a:pPr lvl="1"/>
            <a:r>
              <a:t>Instagram: 376 posts (Avg Sentiment: 0.64)</a:t>
            </a:r>
          </a:p>
          <a:p>
            <a:pPr lvl="1"/>
            <a:r>
              <a:t>Tiktok: 271 posts (Avg Sentiment: 0.51)</a:t>
            </a:r>
          </a:p>
          <a:p>
            <a:pPr lvl="1"/>
            <a:r>
              <a:t>X: 237 posts (Avg Sentiment: 0.44)</a:t>
            </a:r>
          </a:p>
          <a:p>
            <a:pPr lvl="1"/>
            <a:r>
              <a:t>Facebook: 152 posts (Avg Sentiment: 0.52)</a:t>
            </a:r>
          </a:p>
          <a:p>
            <a:pPr lvl="1"/>
            <a:r>
              <a:t>Threads: 113 posts (Avg Sentiment: 0.45)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1,607 data points across 6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12,357,487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