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"Harakatdaily" OR "Harakatdaily HD" OR "罗盛年" OR "Shawn Loh" OR "tak bau syurga" OR "天堂味" OR "akaun palsu" OR ("PAS" AND "BN" AND ("syurga" OR "heaven" OR "天堂")) OR ("伊党" AND "国阵")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253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20.9%</a:t>
            </a:r>
          </a:p>
          <a:p>
            <a:pPr/>
            <a:r>
              <a:t>Neutral Sentiment: 53.8%</a:t>
            </a:r>
          </a:p>
          <a:p>
            <a:pPr/>
            <a:r>
              <a:t>Negative Sentiment: 25.3%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20.9% (52 posts)</a:t>
            </a:r>
          </a:p>
          <a:p>
            <a:pPr lvl="1"/>
            <a:r>
              <a:t>Neutral: 53.8% (136 posts)</a:t>
            </a:r>
          </a:p>
          <a:p>
            <a:pPr lvl="1"/>
            <a:r>
              <a:t>Negative: 25.3% (64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229 posts (Avg Sentiment: 0.49)</a:t>
            </a:r>
          </a:p>
          <a:p>
            <a:pPr lvl="1"/>
            <a:r>
              <a:t>X: 24 posts (Avg Sentiment: 0.37)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329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5,588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