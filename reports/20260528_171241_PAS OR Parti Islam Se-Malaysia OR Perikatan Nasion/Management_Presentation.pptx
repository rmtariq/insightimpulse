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2,801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25.2%</a:t>
            </a:r>
          </a:p>
          <a:p>
            <a:pPr/>
            <a:r>
              <a:t>Neutral Sentiment: 38.5%</a:t>
            </a:r>
          </a:p>
          <a:p>
            <a:pPr/>
            <a:r>
              <a:t>Negative Sentiment: 36.3%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25.2% (705 posts)</a:t>
            </a:r>
          </a:p>
          <a:p>
            <a:pPr lvl="1"/>
            <a:r>
              <a:t>Neutral: 38.5% (1,078 posts)</a:t>
            </a:r>
          </a:p>
          <a:p>
            <a:pPr lvl="1"/>
            <a:r>
              <a:t>Negative: 36.3% (1,016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2,014 posts (Avg Sentiment: 0.41)</a:t>
            </a:r>
          </a:p>
          <a:p>
            <a:pPr lvl="1"/>
            <a:r>
              <a:t>Tiktok: 478 posts (Avg Sentiment: 0.65)</a:t>
            </a:r>
          </a:p>
          <a:p>
            <a:pPr lvl="1"/>
            <a:r>
              <a:t>X: 294 posts (Avg Sentiment: 0.38)</a:t>
            </a:r>
          </a:p>
          <a:p>
            <a:pPr lvl="1"/>
            <a:r>
              <a:t>Facebook: 15 posts (Avg Sentiment: 0.42)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2,801 data points across 5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8,051,499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