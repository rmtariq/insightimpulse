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kedai tutup OR closing down sale OR rugi bisnes OR kos naik lagi OR cashflow masalah OR bisnes gulung tikar OR modal habis OR sewa naik tak mampu OR pekerja berhenti OR tak boleh bayar ansuran OR Malaysia business closure OR SME loan stress OR F&amp;B Malaysia shutting down OR supply chain disruption Malaysia OR small business Malaysia struggling OR US tariff Malaysia SME OR inflasi Malaysia 2026 OR AKPK hutang OR bankrap muda Malaysia OR ekonomi Malaysia 2026 OR tarif AS impak Malaysia OR kenaikan gaji minimum OR RON95 kos naik OR bekalan bahan mentah Malaysia OR SME Malaysia Q3 2026</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978</a:t>
            </a:r>
          </a:p>
          <a:p>
            <a:pPr/>
            <a:r>
              <a:t>Analysis Type: Social Listening</a:t>
            </a:r>
          </a:p>
          <a:p>
            <a:pPr/>
            <a:r>
              <a:t>Positive Sentiment: 27.8%</a:t>
            </a:r>
          </a:p>
          <a:p>
            <a:pPr/>
            <a:r>
              <a:t>Neutral Sentiment: 59.2%</a:t>
            </a:r>
          </a:p>
          <a:p>
            <a:pPr/>
            <a:r>
              <a:t>Negative Sentiment: 13.0%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NEUTRAL - Mixed sentiment</a:t>
            </a:r>
          </a:p>
          <a:p>
            <a:pPr lvl="1"/>
            <a:r>
              <a:t>Positive: 27.8% (271 posts)</a:t>
            </a:r>
          </a:p>
          <a:p>
            <a:pPr lvl="1"/>
            <a:r>
              <a:t>Neutral: 59.2% (578 posts)</a:t>
            </a:r>
          </a:p>
          <a:p>
            <a:pPr lvl="1"/>
            <a:r>
              <a:t>Negative: 13.0% (127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Tiktok: 369 posts (Avg Sentiment: 0.67)</a:t>
            </a:r>
          </a:p>
          <a:p>
            <a:pPr lvl="1"/>
            <a:r>
              <a:t>Instagram: 363 posts (Avg Sentiment: 0.55)</a:t>
            </a:r>
          </a:p>
          <a:p>
            <a:pPr lvl="1"/>
            <a:r>
              <a:t>News: 228 posts (Avg Sentiment: 0.46)</a:t>
            </a:r>
          </a:p>
          <a:p>
            <a:pPr lvl="1"/>
            <a:r>
              <a:t>X: 15 posts (Avg Sentiment: 0.50)</a:t>
            </a:r>
          </a:p>
          <a:p>
            <a:pPr lvl="1"/>
            <a:r>
              <a:t>Youtube: 3 posts (Avg Sentiment: 0.97)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1,089 data points across 7 platforms</a:t>
            </a:r>
          </a:p>
          <a:p>
            <a:pPr/>
            <a:r>
              <a:t>Statistical confidence: Standard (65%)</a:t>
            </a:r>
          </a:p>
          <a:p>
            <a:pPr/>
            <a:r>
              <a:t>Overall sentiment: Neutral (±±8-12%)</a:t>
            </a:r>
          </a:p>
          <a:p>
            <a:pPr/>
            <a:r>
              <a:t>Total engagement: 1,854,417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