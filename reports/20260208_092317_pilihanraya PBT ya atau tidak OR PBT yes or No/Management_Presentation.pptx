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pilihanraya PBT ya atau tidak OR PBT yes or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February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54</a:t>
            </a:r>
          </a:p>
          <a:p>
            <a:pPr/>
            <a:r>
              <a:t>Analysis Type: Issue Detection</a:t>
            </a:r>
          </a:p>
          <a:p>
            <a:pPr/>
            <a:r>
              <a:t>Positive Sentiment: 60.0%</a:t>
            </a:r>
          </a:p>
          <a:p>
            <a:pPr/>
            <a:r>
              <a:t>Neutral Sentiment: 40.0%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POSITIVE - Generally favorable</a:t>
            </a:r>
          </a:p>
          <a:p>
            <a:pPr lvl="1"/>
            <a:r>
              <a:t>Positive: 60.0% (32 posts)</a:t>
            </a:r>
          </a:p>
          <a:p>
            <a:pPr lvl="1"/>
            <a:r>
              <a:t>Neutral: 40.0% (21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Facebook: 37 posts (Avg Sentiment: 0.00)</a:t>
            </a:r>
          </a:p>
          <a:p>
            <a:pPr lvl="1"/>
            <a:r>
              <a:t>X: 15 posts (Avg Sentiment: 0.00)</a:t>
            </a:r>
          </a:p>
          <a:p>
            <a:pPr lvl="1"/>
            <a:r>
              <a:t>News: 5 posts (Avg Sentiment: 0.00)</a:t>
            </a:r>
          </a:p>
          <a:p>
            <a:pPr lvl="1"/>
            <a:r>
              <a:t>Instagram: 1 posts (Avg Sentiment: 0.00)</a:t>
            </a:r>
          </a:p>
          <a:p>
            <a:pPr lvl="1"/>
            <a:r>
              <a:t>Tiktok: 1 posts (Avg Sentiment: 0.00)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 analysis completed successfully</a:t>
            </a:r>
          </a:p>
          <a:p>
            <a:pPr/>
            <a:r>
              <a:t>Data shows mixed engagement patterns</a:t>
            </a:r>
          </a:p>
          <a:p>
            <a:pPr/>
            <a:r>
              <a:t>Malaysian context considered in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