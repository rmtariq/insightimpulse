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InsightPulse Analytics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FFFFFF"/>
                </a:solidFill>
              </a:defRPr>
            </a:pPr>
            <a:r>
              <a:t>pilihan raya pbt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February 10,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Total Data Points: 77</a:t>
            </a:r>
          </a:p>
          <a:p>
            <a:pPr/>
            <a:r>
              <a:t>Analysis Type: Social Listening</a:t>
            </a:r>
          </a:p>
          <a:p>
            <a:pPr/>
            <a:r>
              <a:t>Positive Sentiment: 0.0%</a:t>
            </a:r>
          </a:p>
          <a:p>
            <a:pPr/>
            <a:r>
              <a:t>Neutral Sentiment: 0.0%</a:t>
            </a:r>
          </a:p>
          <a:p>
            <a:pPr/>
            <a:r>
              <a:t>Negative Sentiment: 0.0%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Sentiment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Overall Verdict: ➖ NEUTRAL - Mixed sentiment</a:t>
            </a:r>
          </a:p>
          <a:p>
            <a:pPr lvl="1"/>
            <a:r>
              <a:t>Positive: 0.0% (0 posts)</a:t>
            </a:r>
          </a:p>
          <a:p>
            <a:pPr lvl="1"/>
            <a:r>
              <a:t>Neutral: 0.0% (0 posts)</a:t>
            </a:r>
          </a:p>
          <a:p>
            <a:pPr lvl="1"/>
            <a:r>
              <a:t>Negative: 0.0% (0 posts)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Platform Breakdown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Performance by Platform:</a:t>
            </a:r>
          </a:p>
          <a:p>
            <a:pPr lvl="1"/>
            <a:r>
              <a:t>X: 77 posts (Avg Sentiment: 0.00)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Analyzed 77 data points across 1 platforms</a:t>
            </a:r>
          </a:p>
          <a:p>
            <a:pPr/>
            <a:r>
              <a:t>Statistical confidence: Limited (45%)</a:t>
            </a:r>
          </a:p>
          <a:p>
            <a:pPr/>
            <a:r>
              <a:t>Overall sentiment: Neutral (±±15-25%)</a:t>
            </a:r>
          </a:p>
          <a:p>
            <a:pPr/>
            <a:r>
              <a:t>Total engagement: 0 interactions</a:t>
            </a:r>
          </a:p>
          <a:p>
            <a:pPr/>
            <a:r>
              <a:t>Top trending topics identified: 5 topics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Monitor negative sentiment trends closely</a:t>
            </a:r>
          </a:p>
          <a:p>
            <a:r>
              <a:t>Engage with positive brand advocates</a:t>
            </a:r>
          </a:p>
          <a:p>
            <a:r>
              <a:t>Address customer concerns promptly</a:t>
            </a:r>
          </a:p>
          <a:p>
            <a:r>
              <a:t>Amplify positive testimonials</a:t>
            </a:r>
          </a:p>
          <a:p>
            <a:r>
              <a:t>Track emerging topics and trends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Action Items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Immediate (24-48 hours):</a:t>
            </a:r>
          </a:p>
          <a:p>
            <a:pPr lvl="1"/>
            <a:r>
              <a:t>Review all negative posts and comments</a:t>
            </a:r>
          </a:p>
          <a:p>
            <a:pPr lvl="1"/>
            <a:r>
              <a:t>Prepare response to critical issues</a:t>
            </a:r>
          </a:p>
          <a:p>
            <a:pPr/>
            <a:r>
              <a:t>Short-term (1-2 weeks):</a:t>
            </a:r>
          </a:p>
          <a:p>
            <a:pPr lvl="1"/>
            <a:r>
              <a:t>Implement communication plan</a:t>
            </a:r>
          </a:p>
          <a:p>
            <a:pPr lvl="1"/>
            <a:r>
              <a:t>Monitor sentiment changes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