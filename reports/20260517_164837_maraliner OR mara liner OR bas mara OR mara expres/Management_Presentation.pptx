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33.3%</a:t>
            </a:r>
          </a:p>
          <a:p>
            <a:pPr/>
            <a:r>
              <a:t>Neutral Sentiment: 62.5%</a:t>
            </a:r>
          </a:p>
          <a:p>
            <a:pPr/>
            <a:r>
              <a:t>Negative Sentiment: 4.2%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33.3% (15 posts)</a:t>
            </a:r>
          </a:p>
          <a:p>
            <a:pPr lvl="1"/>
            <a:r>
              <a:t>Neutral: 62.5% (30 posts)</a:t>
            </a:r>
          </a:p>
          <a:p>
            <a:pPr lvl="1"/>
            <a:r>
              <a:t>Negative: 4.2% (1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48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1,528,265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