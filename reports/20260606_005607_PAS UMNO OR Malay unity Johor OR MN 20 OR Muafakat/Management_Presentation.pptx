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("PAS UMNO" OR "Malay unity Johor" OR "MN 2.0" OR "Muafakat Nasional") AND ("Johor" OR "Johor election") AND ("agree" OR "disagree" OR "support" OR "oppose" OR "good" OR "bad" OR "Tamil opinion" OR "Indian view")</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154</a:t>
            </a:r>
          </a:p>
          <a:p>
            <a:pPr/>
            <a:r>
              <a:t>Analysis Type: Social Listening</a:t>
            </a:r>
          </a:p>
          <a:p>
            <a:pPr/>
            <a:r>
              <a:t>Positive Sentiment: 61.0%</a:t>
            </a:r>
          </a:p>
          <a:p>
            <a:pPr/>
            <a:r>
              <a:t>Neutral Sentiment: 36.4%</a:t>
            </a:r>
          </a:p>
          <a:p>
            <a:pPr/>
            <a:r>
              <a:t>Negative Sentiment: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HIGHLY POSITIVE - Strong public support</a:t>
            </a:r>
          </a:p>
          <a:p>
            <a:pPr lvl="1"/>
            <a:r>
              <a:t>Positive: 61.0% (93 posts)</a:t>
            </a:r>
          </a:p>
          <a:p>
            <a:pPr lvl="1"/>
            <a:r>
              <a:t>Neutral: 36.4% (56 posts)</a:t>
            </a:r>
          </a:p>
          <a:p>
            <a:pPr lvl="1"/>
            <a:r>
              <a:t>Negative: 2.6% (4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Facebook: 154 posts (Avg Sentiment: 0.76)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154 data points across 1 platforms</a:t>
            </a:r>
          </a:p>
          <a:p>
            <a:pPr/>
            <a:r>
              <a:t>Statistical confidence: Limited (45%)</a:t>
            </a:r>
          </a:p>
          <a:p>
            <a:pPr/>
            <a:r>
              <a:t>Overall sentiment: Positive (±±15-25%)</a:t>
            </a:r>
          </a:p>
          <a:p>
            <a:pPr/>
            <a:r>
              <a:t>Total engagement: 310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