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("PAS" OR "Parti Islam Se-Malaysia" OR "Perikatan Nasional" OR "PN" OR hajihadi OR tuanguru OR “tuan guru” OR presidenpas OR “presiden pas”)</a:t>
            </a:r>
          </a:p>
          <a:p>
            <a:r>
              <a:t>AND</a:t>
            </a:r>
          </a:p>
          <a:p>
            <a:r>
              <a:t>("Bersatu" OR "PPBM" OR "Muhyiddin" OR "parti sekutu" OR "komponen PN")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May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17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0.0%</a:t>
            </a:r>
          </a:p>
          <a:p>
            <a:pPr/>
            <a:r>
              <a:t>Neutral Sentiment: 100.0%</a:t>
            </a:r>
          </a:p>
          <a:p>
            <a:pPr/>
            <a:r>
              <a:t>Negative Sentiment: 0.0%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➖ NEUTRAL - Mixed sentiment</a:t>
            </a:r>
          </a:p>
          <a:p>
            <a:pPr lvl="1"/>
            <a:r>
              <a:t>Positive: 0.0% (0 posts)</a:t>
            </a:r>
          </a:p>
          <a:p>
            <a:pPr lvl="1"/>
            <a:r>
              <a:t>Neutral: 100.0% (17 posts)</a:t>
            </a:r>
          </a:p>
          <a:p>
            <a:pPr lvl="1"/>
            <a:r>
              <a:t>Negative: 0.0% (0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Threads: 17 posts (Avg Sentiment: 0.50)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17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Neutral (±±15-25%)</a:t>
            </a:r>
          </a:p>
          <a:p>
            <a:pPr/>
            <a:r>
              <a:t>Total engagement: 49,608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