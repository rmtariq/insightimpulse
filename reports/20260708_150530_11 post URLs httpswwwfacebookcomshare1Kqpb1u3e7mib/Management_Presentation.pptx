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11 post URLs (https://www.facebook.com/share/1Kqpb1u3e7/?mibex…)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08,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62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40.3%</a:t>
            </a:r>
          </a:p>
          <a:p>
            <a:pPr/>
            <a:r>
              <a:t>Neutral Sentiment: 45.2%</a:t>
            </a:r>
          </a:p>
          <a:p>
            <a:pPr/>
            <a:r>
              <a:t>Negative Sentiment: 14.5%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POSITIVE - Generally favorable</a:t>
            </a:r>
          </a:p>
          <a:p>
            <a:pPr lvl="1"/>
            <a:r>
              <a:t>Positive: 40.3% (24 posts)</a:t>
            </a:r>
          </a:p>
          <a:p>
            <a:pPr lvl="1"/>
            <a:r>
              <a:t>Neutral: 45.2% (28 posts)</a:t>
            </a:r>
          </a:p>
          <a:p>
            <a:pPr lvl="1"/>
            <a:r>
              <a:t>Negative: 14.5% (8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62 posts (Avg Sentiment: 0.62)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62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Positive (±±15-25%)</a:t>
            </a:r>
          </a:p>
          <a:p>
            <a:pPr/>
            <a:r>
              <a:t>Total engagement: 1,988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