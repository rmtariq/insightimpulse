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site:chinapress.com.my OR site:sinchew.com.my (森美兰 OR 柔佛 OR PRN) when:7d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488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11.7%</a:t>
            </a:r>
          </a:p>
          <a:p>
            <a:pPr/>
            <a:r>
              <a:t>Neutral Sentiment: 65.2%</a:t>
            </a:r>
          </a:p>
          <a:p>
            <a:pPr/>
            <a:r>
              <a:t>Negative Sentiment: 23.2%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11.7% (57 posts)</a:t>
            </a:r>
          </a:p>
          <a:p>
            <a:pPr lvl="1"/>
            <a:r>
              <a:t>Neutral: 65.2% (318 posts)</a:t>
            </a:r>
          </a:p>
          <a:p>
            <a:pPr lvl="1"/>
            <a:r>
              <a:t>Negative: 23.2% (113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488 posts (Avg Sentiment: 0.45)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488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