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rumput semak landscape johor bahru mbjb -indonesia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244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18.9%</a:t>
            </a:r>
          </a:p>
          <a:p>
            <a:pPr/>
            <a:r>
              <a:t>Neutral Sentiment: 57.4%</a:t>
            </a:r>
          </a:p>
          <a:p>
            <a:pPr/>
            <a:r>
              <a:t>Negative Sentiment: 23.8%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18.9% (46 posts)</a:t>
            </a:r>
          </a:p>
          <a:p>
            <a:pPr lvl="1"/>
            <a:r>
              <a:t>Neutral: 57.4% (140 posts)</a:t>
            </a:r>
          </a:p>
          <a:p>
            <a:pPr lvl="1"/>
            <a:r>
              <a:t>Negative: 23.8% (58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158 posts (Avg Sentiment: 0.48)</a:t>
            </a:r>
          </a:p>
          <a:p>
            <a:pPr lvl="1"/>
            <a:r>
              <a:t>Tiktok: 86 posts (Avg Sentiment: 0.49)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283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3,532,033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