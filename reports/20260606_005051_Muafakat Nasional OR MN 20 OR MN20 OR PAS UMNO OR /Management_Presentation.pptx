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("Muafakat Nasional" OR "MN 2.0" OR "MN20" OR "PAS UMNO" OR "UMNO PAS") AND ("Johor" OR "PRN Johor") AND ("setuju" OR "sokong" OR "tolak" OR "bagus" OR "perlu" OR "sia-sia" OR "agree" OR "support" OR "oppose")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95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7.4%</a:t>
            </a:r>
          </a:p>
          <a:p>
            <a:pPr/>
            <a:r>
              <a:t>Neutral Sentiment: 46.3%</a:t>
            </a:r>
          </a:p>
          <a:p>
            <a:pPr/>
            <a:r>
              <a:t>Negative Sentiment: 46.3%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7.4% (7 posts)</a:t>
            </a:r>
          </a:p>
          <a:p>
            <a:pPr lvl="1"/>
            <a:r>
              <a:t>Neutral: 46.3% (43 posts)</a:t>
            </a:r>
          </a:p>
          <a:p>
            <a:pPr lvl="1"/>
            <a:r>
              <a:t>Negative: 46.3% (43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95 posts (Avg Sentiment: 0.32)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95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2,096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