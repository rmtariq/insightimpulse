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https://www.facebook.com/share/p/1ANZ8jR4YR/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1,441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12.9%</a:t>
            </a:r>
          </a:p>
          <a:p>
            <a:pPr/>
            <a:r>
              <a:t>Neutral Sentiment: 42.5%</a:t>
            </a:r>
          </a:p>
          <a:p>
            <a:pPr/>
            <a:r>
              <a:t>Negative Sentiment: 44.6%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12.9% (185 posts)</a:t>
            </a:r>
          </a:p>
          <a:p>
            <a:pPr lvl="1"/>
            <a:r>
              <a:t>Neutral: 42.5% (612 posts)</a:t>
            </a:r>
          </a:p>
          <a:p>
            <a:pPr lvl="1"/>
            <a:r>
              <a:t>Negative: 44.6% (642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1,441 posts (Avg Sentiment: 0.36)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1,441 data points across 1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46,393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