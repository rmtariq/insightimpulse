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120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13.3%</a:t>
            </a:r>
          </a:p>
          <a:p>
            <a:pPr/>
            <a:r>
              <a:t>Neutral Sentiment: 5.8%</a:t>
            </a:r>
          </a:p>
          <a:p>
            <a:pPr/>
            <a:r>
              <a:t>Negative Sentiment: 80.8%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HIGHLY NEGATIVE - Significant concerns</a:t>
            </a:r>
          </a:p>
          <a:p>
            <a:pPr lvl="1"/>
            <a:r>
              <a:t>Positive: 13.3% (15 posts)</a:t>
            </a:r>
          </a:p>
          <a:p>
            <a:pPr lvl="1"/>
            <a:r>
              <a:t>Neutral: 5.8% (6 posts)</a:t>
            </a:r>
          </a:p>
          <a:p>
            <a:pPr lvl="1"/>
            <a:r>
              <a:t>Negative: 80.8% (96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120 posts (Avg Sentiment: 0.20)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120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1,835,683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