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("tuanku muhriz" OR "yang di-pertuan besar" OR "undang yang empat" OR "adat perpatih") AND ("negeri sembilan" OR "PRN N9")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714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13.9%</a:t>
            </a:r>
          </a:p>
          <a:p>
            <a:pPr/>
            <a:r>
              <a:t>Neutral Sentiment: 57.8%</a:t>
            </a:r>
          </a:p>
          <a:p>
            <a:pPr/>
            <a:r>
              <a:t>Negative Sentiment: 28.3%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13.9% (99 posts)</a:t>
            </a:r>
          </a:p>
          <a:p>
            <a:pPr lvl="1"/>
            <a:r>
              <a:t>Neutral: 57.8% (412 posts)</a:t>
            </a:r>
          </a:p>
          <a:p>
            <a:pPr lvl="1"/>
            <a:r>
              <a:t>Negative: 28.3% (202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344 posts (Avg Sentiment: 0.41)</a:t>
            </a:r>
          </a:p>
          <a:p>
            <a:pPr lvl="1"/>
            <a:r>
              <a:t>News: 246 posts (Avg Sentiment: 0.47)</a:t>
            </a:r>
          </a:p>
          <a:p>
            <a:pPr lvl="1"/>
            <a:r>
              <a:t>X: 124 posts (Avg Sentiment: 0.45)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714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29,410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