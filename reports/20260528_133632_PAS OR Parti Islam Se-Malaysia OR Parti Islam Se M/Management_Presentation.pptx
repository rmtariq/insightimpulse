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"Parti Islam Se Malaysia")</a:t>
            </a:r>
          </a:p>
          <a:p>
            <a:r>
              <a:t>AND</a:t>
            </a:r>
          </a:p>
          <a:p>
            <a:r>
              <a:t>("Bersatu" OR "PPBM" OR "Perikatan Nasional" OR "PN")</a:t>
            </a:r>
          </a:p>
          <a:p>
            <a:r>
              <a:t>AND</a:t>
            </a:r>
          </a:p>
          <a:p>
            <a:r>
              <a:t>("kaji semula hubungan" OR "teliti semula hubungan" OR "putus kerjasama" OR "perpecahan" OR "PAS bergerak solo" OR "PAS boleh bergerak solo")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3,009 data points across 5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12,879,739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