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pilahan raya pbt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15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(15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X: 15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