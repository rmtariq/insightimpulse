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PRN Johor pilihan raya undi BN UMNO PAS PKR DAP PH Johor election vote undecided 柔佛州选 柔佛选举 投票 行动党 Indian vote MIC Johor Tamil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2,343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37.6%</a:t>
            </a:r>
          </a:p>
          <a:p>
            <a:pPr/>
            <a:r>
              <a:t>Neutral Sentiment: 44.2%</a:t>
            </a:r>
          </a:p>
          <a:p>
            <a:pPr/>
            <a:r>
              <a:t>Negative Sentiment: 18.2%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37.6% (880 posts)</a:t>
            </a:r>
          </a:p>
          <a:p>
            <a:pPr lvl="1"/>
            <a:r>
              <a:t>Neutral: 44.2% (1,035 posts)</a:t>
            </a:r>
          </a:p>
          <a:p>
            <a:pPr lvl="1"/>
            <a:r>
              <a:t>Negative: 18.2% (426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1,897 posts (Avg Sentiment: 0.66)</a:t>
            </a:r>
          </a:p>
          <a:p>
            <a:pPr lvl="1"/>
            <a:r>
              <a:t>Threads: 446 posts (Avg Sentiment: 0.29)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2,858 data points across 4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12,260,039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