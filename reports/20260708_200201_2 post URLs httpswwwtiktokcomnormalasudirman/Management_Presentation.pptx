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2 post URLs (https://www.tiktok.com/@normalasudirman…)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88.2%</a:t>
            </a:r>
          </a:p>
          <a:p>
            <a:pPr/>
            <a:r>
              <a:t>Neutral Sentiment: 5.9%</a:t>
            </a:r>
          </a:p>
          <a:p>
            <a:pPr/>
            <a:r>
              <a:t>Negative Sentiment: 5.9%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88.2% (44 posts)</a:t>
            </a:r>
          </a:p>
          <a:p>
            <a:pPr lvl="1"/>
            <a:r>
              <a:t>Neutral: 5.9% (3 posts)</a:t>
            </a:r>
          </a:p>
          <a:p>
            <a:pPr lvl="1"/>
            <a:r>
              <a:t>Negative: 5.9% (3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51 posts (Avg Sentiment: 0.91)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18,385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