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418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12.9%</a:t>
            </a:r>
          </a:p>
          <a:p>
            <a:pPr/>
            <a:r>
              <a:t>Neutral Sentiment: 50.0%</a:t>
            </a:r>
          </a:p>
          <a:p>
            <a:pPr/>
            <a:r>
              <a:t>Negative Sentiment: 37.1%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12.9% (53 posts)</a:t>
            </a:r>
          </a:p>
          <a:p>
            <a:pPr lvl="1"/>
            <a:r>
              <a:t>Neutral: 50.0% (209 posts)</a:t>
            </a:r>
          </a:p>
          <a:p>
            <a:pPr lvl="1"/>
            <a:r>
              <a:t>Negative: 37.1% (155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418 posts (Avg Sentiment: 0.39)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418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31,948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