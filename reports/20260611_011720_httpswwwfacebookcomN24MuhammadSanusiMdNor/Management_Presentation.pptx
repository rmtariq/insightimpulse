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https://www.facebook.com/N24MuhammadSanusiMdNor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7,249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(7,249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7,100 posts (Avg Sentiment: 0.00)</a:t>
            </a:r>
          </a:p>
          <a:p>
            <a:pPr lvl="1"/>
            <a:r>
              <a:t>Facebook: 133 posts (Avg Sentiment: 0.00)</a:t>
            </a:r>
          </a:p>
          <a:p>
            <a:pPr lvl="1"/>
            <a:r>
              <a:t>X: 15 posts (Avg Sentiment: 0.00)</a:t>
            </a:r>
          </a:p>
          <a:p>
            <a:pPr lvl="1"/>
            <a:r>
              <a:t>Instagram: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7,249 data points across 4 platforms</a:t>
            </a:r>
          </a:p>
          <a:p>
            <a:pPr/>
            <a:r>
              <a:t>Statistical confidence: Business Grade (75%)</a:t>
            </a:r>
          </a:p>
          <a:p>
            <a:pPr/>
            <a:r>
              <a:t>Overall sentiment: Negative (±±5-8%)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