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https://www.facebook.com/PASMalaysia</a:t>
            </a:r>
          </a:p>
          <a:p>
            <a:r>
              <a:t>https://www.facebook.com/muhyiddinyassin</a:t>
            </a:r>
          </a:p>
          <a:p>
            <a:r>
              <a:t>https://www.facebook.com/BersatuMalaysia</a:t>
            </a:r>
          </a:p>
          <a:p>
            <a:r>
              <a:t>https://www.facebook.com/UMNO.Official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46.4%</a:t>
            </a:r>
          </a:p>
          <a:p>
            <a:pPr/>
            <a:r>
              <a:t>Negative Sentiment: 53.6%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46.4% (12 posts)</a:t>
            </a:r>
          </a:p>
          <a:p>
            <a:pPr lvl="1"/>
            <a:r>
              <a:t>Negative: 53.6% (15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28 posts (Avg Sentiment: 0.23)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