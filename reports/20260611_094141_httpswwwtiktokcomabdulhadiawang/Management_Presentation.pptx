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https://www.tiktok.com/@abdulhadiawang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3,703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(3,703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3,703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3,703 data points across 1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